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1" r:id="rId15"/>
    <p:sldId id="269" r:id="rId16"/>
    <p:sldId id="270"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721" autoAdjust="0"/>
    <p:restoredTop sz="94050" autoAdjust="0"/>
  </p:normalViewPr>
  <p:slideViewPr>
    <p:cSldViewPr snapToGrid="0">
      <p:cViewPr varScale="1">
        <p:scale>
          <a:sx n="64" d="100"/>
          <a:sy n="64" d="100"/>
        </p:scale>
        <p:origin x="45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A4733-CA9A-E731-CA56-C5500A391D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8E95AD1-7B9B-340D-449C-1D12FF13E68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A76B3E0-BD7D-788B-F42F-C3DDA211EF41}"/>
              </a:ext>
            </a:extLst>
          </p:cNvPr>
          <p:cNvSpPr>
            <a:spLocks noGrp="1"/>
          </p:cNvSpPr>
          <p:nvPr>
            <p:ph type="dt" sz="half" idx="10"/>
          </p:nvPr>
        </p:nvSpPr>
        <p:spPr/>
        <p:txBody>
          <a:bodyPr/>
          <a:lstStyle/>
          <a:p>
            <a:fld id="{DFBA8398-BA8A-45B5-9250-15494AADC5B2}" type="datetimeFigureOut">
              <a:rPr lang="en-IN" smtClean="0"/>
              <a:t>30-07-2025</a:t>
            </a:fld>
            <a:endParaRPr lang="en-IN"/>
          </a:p>
        </p:txBody>
      </p:sp>
      <p:sp>
        <p:nvSpPr>
          <p:cNvPr id="5" name="Footer Placeholder 4">
            <a:extLst>
              <a:ext uri="{FF2B5EF4-FFF2-40B4-BE49-F238E27FC236}">
                <a16:creationId xmlns:a16="http://schemas.microsoft.com/office/drawing/2014/main" id="{0BE65435-3E5D-8B09-F54D-8B73B90D3FE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B0F63DC-3312-00A7-0BF4-5809563AEF93}"/>
              </a:ext>
            </a:extLst>
          </p:cNvPr>
          <p:cNvSpPr>
            <a:spLocks noGrp="1"/>
          </p:cNvSpPr>
          <p:nvPr>
            <p:ph type="sldNum" sz="quarter" idx="12"/>
          </p:nvPr>
        </p:nvSpPr>
        <p:spPr/>
        <p:txBody>
          <a:bodyPr/>
          <a:lstStyle/>
          <a:p>
            <a:fld id="{99CD58AF-BC0E-4DA2-904B-C77A52670005}" type="slidenum">
              <a:rPr lang="en-IN" smtClean="0"/>
              <a:t>‹#›</a:t>
            </a:fld>
            <a:endParaRPr lang="en-IN"/>
          </a:p>
        </p:txBody>
      </p:sp>
    </p:spTree>
    <p:extLst>
      <p:ext uri="{BB962C8B-B14F-4D97-AF65-F5344CB8AC3E}">
        <p14:creationId xmlns:p14="http://schemas.microsoft.com/office/powerpoint/2010/main" val="39862313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4C275-5D6B-214A-1AFB-2B9F80B2AA5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B672CB2-9308-ED5F-A3B8-F1FED87D48F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5278FEF-69C1-DDFE-EB5F-D35612F8180E}"/>
              </a:ext>
            </a:extLst>
          </p:cNvPr>
          <p:cNvSpPr>
            <a:spLocks noGrp="1"/>
          </p:cNvSpPr>
          <p:nvPr>
            <p:ph type="dt" sz="half" idx="10"/>
          </p:nvPr>
        </p:nvSpPr>
        <p:spPr/>
        <p:txBody>
          <a:bodyPr/>
          <a:lstStyle/>
          <a:p>
            <a:fld id="{DFBA8398-BA8A-45B5-9250-15494AADC5B2}" type="datetimeFigureOut">
              <a:rPr lang="en-IN" smtClean="0"/>
              <a:t>30-07-2025</a:t>
            </a:fld>
            <a:endParaRPr lang="en-IN"/>
          </a:p>
        </p:txBody>
      </p:sp>
      <p:sp>
        <p:nvSpPr>
          <p:cNvPr id="5" name="Footer Placeholder 4">
            <a:extLst>
              <a:ext uri="{FF2B5EF4-FFF2-40B4-BE49-F238E27FC236}">
                <a16:creationId xmlns:a16="http://schemas.microsoft.com/office/drawing/2014/main" id="{9B279279-B336-3245-B429-BBB5CCD8B82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A576D33-6241-3919-5414-866EC8E0CB75}"/>
              </a:ext>
            </a:extLst>
          </p:cNvPr>
          <p:cNvSpPr>
            <a:spLocks noGrp="1"/>
          </p:cNvSpPr>
          <p:nvPr>
            <p:ph type="sldNum" sz="quarter" idx="12"/>
          </p:nvPr>
        </p:nvSpPr>
        <p:spPr/>
        <p:txBody>
          <a:bodyPr/>
          <a:lstStyle/>
          <a:p>
            <a:fld id="{99CD58AF-BC0E-4DA2-904B-C77A52670005}" type="slidenum">
              <a:rPr lang="en-IN" smtClean="0"/>
              <a:t>‹#›</a:t>
            </a:fld>
            <a:endParaRPr lang="en-IN"/>
          </a:p>
        </p:txBody>
      </p:sp>
    </p:spTree>
    <p:extLst>
      <p:ext uri="{BB962C8B-B14F-4D97-AF65-F5344CB8AC3E}">
        <p14:creationId xmlns:p14="http://schemas.microsoft.com/office/powerpoint/2010/main" val="20877294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58F70-D9E9-04F4-EA1A-C24402659A5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8E813CD-A481-3FC4-92AA-2571F40B8D1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DDAD39-ECDF-6905-8904-209A66C2235A}"/>
              </a:ext>
            </a:extLst>
          </p:cNvPr>
          <p:cNvSpPr>
            <a:spLocks noGrp="1"/>
          </p:cNvSpPr>
          <p:nvPr>
            <p:ph type="dt" sz="half" idx="10"/>
          </p:nvPr>
        </p:nvSpPr>
        <p:spPr/>
        <p:txBody>
          <a:bodyPr/>
          <a:lstStyle/>
          <a:p>
            <a:fld id="{DFBA8398-BA8A-45B5-9250-15494AADC5B2}" type="datetimeFigureOut">
              <a:rPr lang="en-IN" smtClean="0"/>
              <a:t>30-07-2025</a:t>
            </a:fld>
            <a:endParaRPr lang="en-IN"/>
          </a:p>
        </p:txBody>
      </p:sp>
      <p:sp>
        <p:nvSpPr>
          <p:cNvPr id="5" name="Footer Placeholder 4">
            <a:extLst>
              <a:ext uri="{FF2B5EF4-FFF2-40B4-BE49-F238E27FC236}">
                <a16:creationId xmlns:a16="http://schemas.microsoft.com/office/drawing/2014/main" id="{0E15F3B3-2D76-FED6-EDA4-761E443D71B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27D9D15-D8EB-CAFA-507C-5680A4487C59}"/>
              </a:ext>
            </a:extLst>
          </p:cNvPr>
          <p:cNvSpPr>
            <a:spLocks noGrp="1"/>
          </p:cNvSpPr>
          <p:nvPr>
            <p:ph type="sldNum" sz="quarter" idx="12"/>
          </p:nvPr>
        </p:nvSpPr>
        <p:spPr/>
        <p:txBody>
          <a:bodyPr/>
          <a:lstStyle/>
          <a:p>
            <a:fld id="{99CD58AF-BC0E-4DA2-904B-C77A52670005}" type="slidenum">
              <a:rPr lang="en-IN" smtClean="0"/>
              <a:t>‹#›</a:t>
            </a:fld>
            <a:endParaRPr lang="en-IN"/>
          </a:p>
        </p:txBody>
      </p:sp>
    </p:spTree>
    <p:extLst>
      <p:ext uri="{BB962C8B-B14F-4D97-AF65-F5344CB8AC3E}">
        <p14:creationId xmlns:p14="http://schemas.microsoft.com/office/powerpoint/2010/main" val="3927718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E9B60-6B65-9E5E-7537-5D7F75D0763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DF0DF47-25C1-EC19-0607-447C28CE5C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31E4378-DCBC-BC6B-06A9-BDDD5957C04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A362091-3D5C-64C9-8854-3926AE6A87AB}"/>
              </a:ext>
            </a:extLst>
          </p:cNvPr>
          <p:cNvSpPr>
            <a:spLocks noGrp="1"/>
          </p:cNvSpPr>
          <p:nvPr>
            <p:ph type="dt" sz="half" idx="10"/>
          </p:nvPr>
        </p:nvSpPr>
        <p:spPr/>
        <p:txBody>
          <a:bodyPr/>
          <a:lstStyle/>
          <a:p>
            <a:fld id="{DFBA8398-BA8A-45B5-9250-15494AADC5B2}" type="datetimeFigureOut">
              <a:rPr lang="en-IN" smtClean="0"/>
              <a:t>30-07-2025</a:t>
            </a:fld>
            <a:endParaRPr lang="en-IN"/>
          </a:p>
        </p:txBody>
      </p:sp>
      <p:sp>
        <p:nvSpPr>
          <p:cNvPr id="6" name="Footer Placeholder 5">
            <a:extLst>
              <a:ext uri="{FF2B5EF4-FFF2-40B4-BE49-F238E27FC236}">
                <a16:creationId xmlns:a16="http://schemas.microsoft.com/office/drawing/2014/main" id="{1A7A9CA1-75F6-5D1D-80D8-F5A3BABCE51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CF8C8A9-0E42-1850-300E-69ECC95CA63A}"/>
              </a:ext>
            </a:extLst>
          </p:cNvPr>
          <p:cNvSpPr>
            <a:spLocks noGrp="1"/>
          </p:cNvSpPr>
          <p:nvPr>
            <p:ph type="sldNum" sz="quarter" idx="12"/>
          </p:nvPr>
        </p:nvSpPr>
        <p:spPr/>
        <p:txBody>
          <a:bodyPr/>
          <a:lstStyle/>
          <a:p>
            <a:fld id="{99CD58AF-BC0E-4DA2-904B-C77A52670005}" type="slidenum">
              <a:rPr lang="en-IN" smtClean="0"/>
              <a:t>‹#›</a:t>
            </a:fld>
            <a:endParaRPr lang="en-IN"/>
          </a:p>
        </p:txBody>
      </p:sp>
    </p:spTree>
    <p:extLst>
      <p:ext uri="{BB962C8B-B14F-4D97-AF65-F5344CB8AC3E}">
        <p14:creationId xmlns:p14="http://schemas.microsoft.com/office/powerpoint/2010/main" val="2057721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C3642-6965-BFF9-27CE-4AB5D8999E3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261F365-DE0E-2DE0-5A0A-C76A881816F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EFD7C1-49F7-2D78-1805-300D8A80EDC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3FA664F-2BA9-20E5-41AA-8B6C0CD7D1C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CEE5A78-6B4E-F6F9-B8F8-CB6D9F32D90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C93E13B-FFB5-AFBF-1340-BFBEDADD8D25}"/>
              </a:ext>
            </a:extLst>
          </p:cNvPr>
          <p:cNvSpPr>
            <a:spLocks noGrp="1"/>
          </p:cNvSpPr>
          <p:nvPr>
            <p:ph type="dt" sz="half" idx="10"/>
          </p:nvPr>
        </p:nvSpPr>
        <p:spPr/>
        <p:txBody>
          <a:bodyPr/>
          <a:lstStyle/>
          <a:p>
            <a:fld id="{DFBA8398-BA8A-45B5-9250-15494AADC5B2}" type="datetimeFigureOut">
              <a:rPr lang="en-IN" smtClean="0"/>
              <a:t>30-07-2025</a:t>
            </a:fld>
            <a:endParaRPr lang="en-IN"/>
          </a:p>
        </p:txBody>
      </p:sp>
      <p:sp>
        <p:nvSpPr>
          <p:cNvPr id="8" name="Footer Placeholder 7">
            <a:extLst>
              <a:ext uri="{FF2B5EF4-FFF2-40B4-BE49-F238E27FC236}">
                <a16:creationId xmlns:a16="http://schemas.microsoft.com/office/drawing/2014/main" id="{1F430A58-F85C-06A0-BA7B-B64446C56D7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1BAFFB1-0668-3D99-C1CB-DF30FCE3DC77}"/>
              </a:ext>
            </a:extLst>
          </p:cNvPr>
          <p:cNvSpPr>
            <a:spLocks noGrp="1"/>
          </p:cNvSpPr>
          <p:nvPr>
            <p:ph type="sldNum" sz="quarter" idx="12"/>
          </p:nvPr>
        </p:nvSpPr>
        <p:spPr/>
        <p:txBody>
          <a:bodyPr/>
          <a:lstStyle/>
          <a:p>
            <a:fld id="{99CD58AF-BC0E-4DA2-904B-C77A52670005}" type="slidenum">
              <a:rPr lang="en-IN" smtClean="0"/>
              <a:t>‹#›</a:t>
            </a:fld>
            <a:endParaRPr lang="en-IN"/>
          </a:p>
        </p:txBody>
      </p:sp>
    </p:spTree>
    <p:extLst>
      <p:ext uri="{BB962C8B-B14F-4D97-AF65-F5344CB8AC3E}">
        <p14:creationId xmlns:p14="http://schemas.microsoft.com/office/powerpoint/2010/main" val="18390950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FCA34-C53F-DE52-95A5-F7F21837BDC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3E4913F-DFF9-59D2-E976-DCC8D8EFCA01}"/>
              </a:ext>
            </a:extLst>
          </p:cNvPr>
          <p:cNvSpPr>
            <a:spLocks noGrp="1"/>
          </p:cNvSpPr>
          <p:nvPr>
            <p:ph type="dt" sz="half" idx="10"/>
          </p:nvPr>
        </p:nvSpPr>
        <p:spPr/>
        <p:txBody>
          <a:bodyPr/>
          <a:lstStyle/>
          <a:p>
            <a:fld id="{DFBA8398-BA8A-45B5-9250-15494AADC5B2}" type="datetimeFigureOut">
              <a:rPr lang="en-IN" smtClean="0"/>
              <a:t>30-07-2025</a:t>
            </a:fld>
            <a:endParaRPr lang="en-IN"/>
          </a:p>
        </p:txBody>
      </p:sp>
      <p:sp>
        <p:nvSpPr>
          <p:cNvPr id="4" name="Footer Placeholder 3">
            <a:extLst>
              <a:ext uri="{FF2B5EF4-FFF2-40B4-BE49-F238E27FC236}">
                <a16:creationId xmlns:a16="http://schemas.microsoft.com/office/drawing/2014/main" id="{837B1D55-11E2-60EF-DBA9-EA3336BD9DE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4721412-55D7-3C19-D9C8-F88CA8A7A7FE}"/>
              </a:ext>
            </a:extLst>
          </p:cNvPr>
          <p:cNvSpPr>
            <a:spLocks noGrp="1"/>
          </p:cNvSpPr>
          <p:nvPr>
            <p:ph type="sldNum" sz="quarter" idx="12"/>
          </p:nvPr>
        </p:nvSpPr>
        <p:spPr/>
        <p:txBody>
          <a:bodyPr/>
          <a:lstStyle/>
          <a:p>
            <a:fld id="{99CD58AF-BC0E-4DA2-904B-C77A52670005}" type="slidenum">
              <a:rPr lang="en-IN" smtClean="0"/>
              <a:t>‹#›</a:t>
            </a:fld>
            <a:endParaRPr lang="en-IN"/>
          </a:p>
        </p:txBody>
      </p:sp>
    </p:spTree>
    <p:extLst>
      <p:ext uri="{BB962C8B-B14F-4D97-AF65-F5344CB8AC3E}">
        <p14:creationId xmlns:p14="http://schemas.microsoft.com/office/powerpoint/2010/main" val="42534340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8F9FAA6-3686-2460-0763-3FBF45235ED1}"/>
              </a:ext>
            </a:extLst>
          </p:cNvPr>
          <p:cNvSpPr>
            <a:spLocks noGrp="1"/>
          </p:cNvSpPr>
          <p:nvPr>
            <p:ph type="dt" sz="half" idx="10"/>
          </p:nvPr>
        </p:nvSpPr>
        <p:spPr/>
        <p:txBody>
          <a:bodyPr/>
          <a:lstStyle/>
          <a:p>
            <a:fld id="{DFBA8398-BA8A-45B5-9250-15494AADC5B2}" type="datetimeFigureOut">
              <a:rPr lang="en-IN" smtClean="0"/>
              <a:t>30-07-2025</a:t>
            </a:fld>
            <a:endParaRPr lang="en-IN"/>
          </a:p>
        </p:txBody>
      </p:sp>
      <p:sp>
        <p:nvSpPr>
          <p:cNvPr id="3" name="Footer Placeholder 2">
            <a:extLst>
              <a:ext uri="{FF2B5EF4-FFF2-40B4-BE49-F238E27FC236}">
                <a16:creationId xmlns:a16="http://schemas.microsoft.com/office/drawing/2014/main" id="{2C04ED51-9717-3A80-A517-6582822603C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583CE29-5365-7C94-D334-0CC22C83A468}"/>
              </a:ext>
            </a:extLst>
          </p:cNvPr>
          <p:cNvSpPr>
            <a:spLocks noGrp="1"/>
          </p:cNvSpPr>
          <p:nvPr>
            <p:ph type="sldNum" sz="quarter" idx="12"/>
          </p:nvPr>
        </p:nvSpPr>
        <p:spPr/>
        <p:txBody>
          <a:bodyPr/>
          <a:lstStyle/>
          <a:p>
            <a:fld id="{99CD58AF-BC0E-4DA2-904B-C77A52670005}" type="slidenum">
              <a:rPr lang="en-IN" smtClean="0"/>
              <a:t>‹#›</a:t>
            </a:fld>
            <a:endParaRPr lang="en-IN"/>
          </a:p>
        </p:txBody>
      </p:sp>
    </p:spTree>
    <p:extLst>
      <p:ext uri="{BB962C8B-B14F-4D97-AF65-F5344CB8AC3E}">
        <p14:creationId xmlns:p14="http://schemas.microsoft.com/office/powerpoint/2010/main" val="3762434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0592F-E6BC-241A-6A26-B99D22B2D8B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B43EC96-1E2E-4020-865B-DAEF7E9313B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884DF40-9AEF-A46A-13FB-04567D608B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66D133-7CAA-CC10-CAB0-F56BF721BB1E}"/>
              </a:ext>
            </a:extLst>
          </p:cNvPr>
          <p:cNvSpPr>
            <a:spLocks noGrp="1"/>
          </p:cNvSpPr>
          <p:nvPr>
            <p:ph type="dt" sz="half" idx="10"/>
          </p:nvPr>
        </p:nvSpPr>
        <p:spPr/>
        <p:txBody>
          <a:bodyPr/>
          <a:lstStyle/>
          <a:p>
            <a:fld id="{DFBA8398-BA8A-45B5-9250-15494AADC5B2}" type="datetimeFigureOut">
              <a:rPr lang="en-IN" smtClean="0"/>
              <a:t>30-07-2025</a:t>
            </a:fld>
            <a:endParaRPr lang="en-IN"/>
          </a:p>
        </p:txBody>
      </p:sp>
      <p:sp>
        <p:nvSpPr>
          <p:cNvPr id="6" name="Footer Placeholder 5">
            <a:extLst>
              <a:ext uri="{FF2B5EF4-FFF2-40B4-BE49-F238E27FC236}">
                <a16:creationId xmlns:a16="http://schemas.microsoft.com/office/drawing/2014/main" id="{A56ACDF5-B351-A56D-9ED4-016E5BFBBD7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75CA733-0749-8270-89BB-DE2227305D6D}"/>
              </a:ext>
            </a:extLst>
          </p:cNvPr>
          <p:cNvSpPr>
            <a:spLocks noGrp="1"/>
          </p:cNvSpPr>
          <p:nvPr>
            <p:ph type="sldNum" sz="quarter" idx="12"/>
          </p:nvPr>
        </p:nvSpPr>
        <p:spPr/>
        <p:txBody>
          <a:bodyPr/>
          <a:lstStyle/>
          <a:p>
            <a:fld id="{99CD58AF-BC0E-4DA2-904B-C77A52670005}" type="slidenum">
              <a:rPr lang="en-IN" smtClean="0"/>
              <a:t>‹#›</a:t>
            </a:fld>
            <a:endParaRPr lang="en-IN"/>
          </a:p>
        </p:txBody>
      </p:sp>
    </p:spTree>
    <p:extLst>
      <p:ext uri="{BB962C8B-B14F-4D97-AF65-F5344CB8AC3E}">
        <p14:creationId xmlns:p14="http://schemas.microsoft.com/office/powerpoint/2010/main" val="37706124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D3C31-CEA1-E963-1212-8B87116CBB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CFDD65B-7A42-012B-014B-C45FFF1F6B4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C4F147F-0623-F59A-9D12-89D1475CD9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070751-849E-5A79-D0F0-2CCC62180A59}"/>
              </a:ext>
            </a:extLst>
          </p:cNvPr>
          <p:cNvSpPr>
            <a:spLocks noGrp="1"/>
          </p:cNvSpPr>
          <p:nvPr>
            <p:ph type="dt" sz="half" idx="10"/>
          </p:nvPr>
        </p:nvSpPr>
        <p:spPr/>
        <p:txBody>
          <a:bodyPr/>
          <a:lstStyle/>
          <a:p>
            <a:fld id="{DFBA8398-BA8A-45B5-9250-15494AADC5B2}" type="datetimeFigureOut">
              <a:rPr lang="en-IN" smtClean="0"/>
              <a:t>30-07-2025</a:t>
            </a:fld>
            <a:endParaRPr lang="en-IN"/>
          </a:p>
        </p:txBody>
      </p:sp>
      <p:sp>
        <p:nvSpPr>
          <p:cNvPr id="6" name="Footer Placeholder 5">
            <a:extLst>
              <a:ext uri="{FF2B5EF4-FFF2-40B4-BE49-F238E27FC236}">
                <a16:creationId xmlns:a16="http://schemas.microsoft.com/office/drawing/2014/main" id="{2CBEBB88-D4E0-75B7-9B79-320387826AE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EA1FF5C-79B6-9780-A453-D7F1BA69063F}"/>
              </a:ext>
            </a:extLst>
          </p:cNvPr>
          <p:cNvSpPr>
            <a:spLocks noGrp="1"/>
          </p:cNvSpPr>
          <p:nvPr>
            <p:ph type="sldNum" sz="quarter" idx="12"/>
          </p:nvPr>
        </p:nvSpPr>
        <p:spPr/>
        <p:txBody>
          <a:bodyPr/>
          <a:lstStyle/>
          <a:p>
            <a:fld id="{99CD58AF-BC0E-4DA2-904B-C77A52670005}" type="slidenum">
              <a:rPr lang="en-IN" smtClean="0"/>
              <a:t>‹#›</a:t>
            </a:fld>
            <a:endParaRPr lang="en-IN"/>
          </a:p>
        </p:txBody>
      </p:sp>
    </p:spTree>
    <p:extLst>
      <p:ext uri="{BB962C8B-B14F-4D97-AF65-F5344CB8AC3E}">
        <p14:creationId xmlns:p14="http://schemas.microsoft.com/office/powerpoint/2010/main" val="696432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3EE1D-EC05-33FA-365F-A3E687D7759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2A13CAD-3D5F-8C44-FA11-1DABEB57F50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A2D7D8-4894-097F-3611-E9617D92A173}"/>
              </a:ext>
            </a:extLst>
          </p:cNvPr>
          <p:cNvSpPr>
            <a:spLocks noGrp="1"/>
          </p:cNvSpPr>
          <p:nvPr>
            <p:ph type="dt" sz="half" idx="10"/>
          </p:nvPr>
        </p:nvSpPr>
        <p:spPr/>
        <p:txBody>
          <a:bodyPr/>
          <a:lstStyle/>
          <a:p>
            <a:fld id="{DFBA8398-BA8A-45B5-9250-15494AADC5B2}" type="datetimeFigureOut">
              <a:rPr lang="en-IN" smtClean="0"/>
              <a:t>30-07-2025</a:t>
            </a:fld>
            <a:endParaRPr lang="en-IN"/>
          </a:p>
        </p:txBody>
      </p:sp>
      <p:sp>
        <p:nvSpPr>
          <p:cNvPr id="5" name="Footer Placeholder 4">
            <a:extLst>
              <a:ext uri="{FF2B5EF4-FFF2-40B4-BE49-F238E27FC236}">
                <a16:creationId xmlns:a16="http://schemas.microsoft.com/office/drawing/2014/main" id="{C0F11F66-4F3C-1F04-7C09-53E1A5F6DBC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5479EA0-948D-4C17-F617-5E9A9260CA9F}"/>
              </a:ext>
            </a:extLst>
          </p:cNvPr>
          <p:cNvSpPr>
            <a:spLocks noGrp="1"/>
          </p:cNvSpPr>
          <p:nvPr>
            <p:ph type="sldNum" sz="quarter" idx="12"/>
          </p:nvPr>
        </p:nvSpPr>
        <p:spPr/>
        <p:txBody>
          <a:bodyPr/>
          <a:lstStyle/>
          <a:p>
            <a:fld id="{99CD58AF-BC0E-4DA2-904B-C77A52670005}" type="slidenum">
              <a:rPr lang="en-IN" smtClean="0"/>
              <a:t>‹#›</a:t>
            </a:fld>
            <a:endParaRPr lang="en-IN"/>
          </a:p>
        </p:txBody>
      </p:sp>
    </p:spTree>
    <p:extLst>
      <p:ext uri="{BB962C8B-B14F-4D97-AF65-F5344CB8AC3E}">
        <p14:creationId xmlns:p14="http://schemas.microsoft.com/office/powerpoint/2010/main" val="27009016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B4CBAB-F03E-F8A0-5581-9F7AFB25E8A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3BE2221-73AF-BF39-079C-5A795474CA4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9D593DD-19AC-BC25-6587-B5930A6FA89B}"/>
              </a:ext>
            </a:extLst>
          </p:cNvPr>
          <p:cNvSpPr>
            <a:spLocks noGrp="1"/>
          </p:cNvSpPr>
          <p:nvPr>
            <p:ph type="dt" sz="half" idx="10"/>
          </p:nvPr>
        </p:nvSpPr>
        <p:spPr/>
        <p:txBody>
          <a:bodyPr/>
          <a:lstStyle/>
          <a:p>
            <a:fld id="{DFBA8398-BA8A-45B5-9250-15494AADC5B2}" type="datetimeFigureOut">
              <a:rPr lang="en-IN" smtClean="0"/>
              <a:t>30-07-2025</a:t>
            </a:fld>
            <a:endParaRPr lang="en-IN"/>
          </a:p>
        </p:txBody>
      </p:sp>
      <p:sp>
        <p:nvSpPr>
          <p:cNvPr id="5" name="Footer Placeholder 4">
            <a:extLst>
              <a:ext uri="{FF2B5EF4-FFF2-40B4-BE49-F238E27FC236}">
                <a16:creationId xmlns:a16="http://schemas.microsoft.com/office/drawing/2014/main" id="{A47C0856-9873-5E1F-00F2-7AC6C579358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F02DDB5-600D-7887-2DB9-C1AD73E05F86}"/>
              </a:ext>
            </a:extLst>
          </p:cNvPr>
          <p:cNvSpPr>
            <a:spLocks noGrp="1"/>
          </p:cNvSpPr>
          <p:nvPr>
            <p:ph type="sldNum" sz="quarter" idx="12"/>
          </p:nvPr>
        </p:nvSpPr>
        <p:spPr/>
        <p:txBody>
          <a:bodyPr/>
          <a:lstStyle/>
          <a:p>
            <a:fld id="{99CD58AF-BC0E-4DA2-904B-C77A52670005}" type="slidenum">
              <a:rPr lang="en-IN" smtClean="0"/>
              <a:t>‹#›</a:t>
            </a:fld>
            <a:endParaRPr lang="en-IN"/>
          </a:p>
        </p:txBody>
      </p:sp>
    </p:spTree>
    <p:extLst>
      <p:ext uri="{BB962C8B-B14F-4D97-AF65-F5344CB8AC3E}">
        <p14:creationId xmlns:p14="http://schemas.microsoft.com/office/powerpoint/2010/main" val="28237619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l="80000" t="1000" r="1000" b="93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85BBDF-A61D-DA31-C696-CC9E278063B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ED8127C-2175-2786-9D73-46412508693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0E4E421-FCDD-3953-B9B1-DBB86865352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BA8398-BA8A-45B5-9250-15494AADC5B2}" type="datetimeFigureOut">
              <a:rPr lang="en-IN" smtClean="0"/>
              <a:t>30-07-2025</a:t>
            </a:fld>
            <a:endParaRPr lang="en-IN"/>
          </a:p>
        </p:txBody>
      </p:sp>
      <p:sp>
        <p:nvSpPr>
          <p:cNvPr id="5" name="Footer Placeholder 4">
            <a:extLst>
              <a:ext uri="{FF2B5EF4-FFF2-40B4-BE49-F238E27FC236}">
                <a16:creationId xmlns:a16="http://schemas.microsoft.com/office/drawing/2014/main" id="{8C032270-4601-A986-9FD5-9788A2BF099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5DB70FC-815E-DC83-8392-815982AAAA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9CD58AF-BC0E-4DA2-904B-C77A52670005}" type="slidenum">
              <a:rPr lang="en-IN" smtClean="0"/>
              <a:t>‹#›</a:t>
            </a:fld>
            <a:endParaRPr lang="en-IN"/>
          </a:p>
        </p:txBody>
      </p:sp>
    </p:spTree>
    <p:extLst>
      <p:ext uri="{BB962C8B-B14F-4D97-AF65-F5344CB8AC3E}">
        <p14:creationId xmlns:p14="http://schemas.microsoft.com/office/powerpoint/2010/main" val="3750537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20BCC-3FD3-16D2-2E97-E111729C389F}"/>
              </a:ext>
            </a:extLst>
          </p:cNvPr>
          <p:cNvSpPr>
            <a:spLocks noGrp="1"/>
          </p:cNvSpPr>
          <p:nvPr>
            <p:ph type="ctrTitle"/>
          </p:nvPr>
        </p:nvSpPr>
        <p:spPr/>
        <p:txBody>
          <a:bodyPr/>
          <a:lstStyle/>
          <a:p>
            <a:r>
              <a:rPr lang="en-IN" dirty="0"/>
              <a:t>Variance &amp; Standard Deviation</a:t>
            </a:r>
          </a:p>
        </p:txBody>
      </p:sp>
      <p:sp>
        <p:nvSpPr>
          <p:cNvPr id="3" name="Rectangle 2">
            <a:extLst>
              <a:ext uri="{FF2B5EF4-FFF2-40B4-BE49-F238E27FC236}">
                <a16:creationId xmlns:a16="http://schemas.microsoft.com/office/drawing/2014/main" id="{3F86B3E0-F699-1D23-81D6-CD45E8039B4C}"/>
              </a:ext>
            </a:extLst>
          </p:cNvPr>
          <p:cNvSpPr/>
          <p:nvPr/>
        </p:nvSpPr>
        <p:spPr>
          <a:xfrm>
            <a:off x="9740348" y="0"/>
            <a:ext cx="2365513" cy="59634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5362237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DEC2A-BE8D-2277-AC7F-30F16EC30032}"/>
              </a:ext>
            </a:extLst>
          </p:cNvPr>
          <p:cNvSpPr>
            <a:spLocks noGrp="1"/>
          </p:cNvSpPr>
          <p:nvPr>
            <p:ph type="title"/>
          </p:nvPr>
        </p:nvSpPr>
        <p:spPr/>
        <p:txBody>
          <a:bodyPr>
            <a:normAutofit/>
          </a:bodyPr>
          <a:lstStyle/>
          <a:p>
            <a:r>
              <a:rPr lang="en-IN" b="1" kern="0" spc="5" dirty="0">
                <a:solidFill>
                  <a:srgbClr val="111111"/>
                </a:solidFill>
                <a:effectLst/>
                <a:latin typeface="Arial" panose="020B0604020202020204" pitchFamily="34" charset="0"/>
                <a:ea typeface="Times New Roman" panose="02020603050405020304" pitchFamily="18" charset="0"/>
              </a:rPr>
              <a:t>What Is Variance?</a:t>
            </a:r>
            <a:endParaRPr lang="en-IN" dirty="0"/>
          </a:p>
        </p:txBody>
      </p:sp>
      <p:sp>
        <p:nvSpPr>
          <p:cNvPr id="3" name="Content Placeholder 2">
            <a:extLst>
              <a:ext uri="{FF2B5EF4-FFF2-40B4-BE49-F238E27FC236}">
                <a16:creationId xmlns:a16="http://schemas.microsoft.com/office/drawing/2014/main" id="{B3936EC6-6C47-0B49-D301-5E6169242A08}"/>
              </a:ext>
            </a:extLst>
          </p:cNvPr>
          <p:cNvSpPr>
            <a:spLocks noGrp="1"/>
          </p:cNvSpPr>
          <p:nvPr>
            <p:ph idx="1"/>
          </p:nvPr>
        </p:nvSpPr>
        <p:spPr/>
        <p:txBody>
          <a:bodyPr/>
          <a:lstStyle/>
          <a:p>
            <a:pPr>
              <a:lnSpc>
                <a:spcPct val="107000"/>
              </a:lnSpc>
              <a:spcAft>
                <a:spcPts val="800"/>
              </a:spcAft>
            </a:pPr>
            <a:r>
              <a:rPr lang="en-IN" sz="1800" kern="0" spc="5"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The term variance refers to a statistical measurement of the spread between numbers in a data set. More specifically, variance measures how far each number in the set is from the mean (average), and thus from every other number in the set.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kern="0" spc="5"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Variance is often depicted by this symbol: [sigma]σ</a:t>
            </a:r>
            <a:r>
              <a:rPr lang="en-IN" sz="1800" kern="0" spc="5" baseline="300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2</a:t>
            </a:r>
            <a:r>
              <a:rPr lang="en-IN" sz="1800" kern="0" spc="5"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It is used by both analysts and traders to determine volatility and market security.</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kern="0" spc="5"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The square root of the variance is the standard deviation (SD or σ), which helps determine the consistency of an investment’s returns over a period of time.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dirty="0"/>
          </a:p>
        </p:txBody>
      </p:sp>
      <p:sp>
        <p:nvSpPr>
          <p:cNvPr id="5" name="Rectangle 4">
            <a:extLst>
              <a:ext uri="{FF2B5EF4-FFF2-40B4-BE49-F238E27FC236}">
                <a16:creationId xmlns:a16="http://schemas.microsoft.com/office/drawing/2014/main" id="{A36155E2-85E6-D08D-3D39-35A73F2C40FC}"/>
              </a:ext>
            </a:extLst>
          </p:cNvPr>
          <p:cNvSpPr/>
          <p:nvPr/>
        </p:nvSpPr>
        <p:spPr>
          <a:xfrm>
            <a:off x="9740348" y="0"/>
            <a:ext cx="2365513" cy="59634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7905582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13044-9179-8785-7E32-56103DA88E08}"/>
              </a:ext>
            </a:extLst>
          </p:cNvPr>
          <p:cNvSpPr>
            <a:spLocks noGrp="1"/>
          </p:cNvSpPr>
          <p:nvPr>
            <p:ph type="title"/>
          </p:nvPr>
        </p:nvSpPr>
        <p:spPr/>
        <p:txBody>
          <a:bodyPr/>
          <a:lstStyle/>
          <a:p>
            <a:r>
              <a:rPr lang="en-IN" b="1" kern="0" spc="5" dirty="0">
                <a:solidFill>
                  <a:srgbClr val="111111"/>
                </a:solidFill>
                <a:effectLst/>
                <a:latin typeface="Arial" panose="020B0604020202020204" pitchFamily="34" charset="0"/>
                <a:ea typeface="Times New Roman" panose="02020603050405020304" pitchFamily="18" charset="0"/>
              </a:rPr>
              <a:t>What Is Variance?</a:t>
            </a:r>
            <a:endParaRPr lang="en-IN" dirty="0"/>
          </a:p>
        </p:txBody>
      </p:sp>
      <p:pic>
        <p:nvPicPr>
          <p:cNvPr id="5" name="Content Placeholder 4">
            <a:extLst>
              <a:ext uri="{FF2B5EF4-FFF2-40B4-BE49-F238E27FC236}">
                <a16:creationId xmlns:a16="http://schemas.microsoft.com/office/drawing/2014/main" id="{B2834104-ACC6-DEE8-9646-ED8581924CC5}"/>
              </a:ext>
            </a:extLst>
          </p:cNvPr>
          <p:cNvPicPr>
            <a:picLocks noGrp="1" noChangeAspect="1"/>
          </p:cNvPicPr>
          <p:nvPr>
            <p:ph idx="1"/>
          </p:nvPr>
        </p:nvPicPr>
        <p:blipFill>
          <a:blip r:embed="rId2"/>
          <a:stretch>
            <a:fillRect/>
          </a:stretch>
        </p:blipFill>
        <p:spPr>
          <a:xfrm>
            <a:off x="1595717" y="1690688"/>
            <a:ext cx="8525435" cy="4342559"/>
          </a:xfrm>
        </p:spPr>
      </p:pic>
      <p:sp>
        <p:nvSpPr>
          <p:cNvPr id="4" name="Rectangle 3">
            <a:extLst>
              <a:ext uri="{FF2B5EF4-FFF2-40B4-BE49-F238E27FC236}">
                <a16:creationId xmlns:a16="http://schemas.microsoft.com/office/drawing/2014/main" id="{87BCAB90-D080-E232-D9A9-A0A6BBB52A6F}"/>
              </a:ext>
            </a:extLst>
          </p:cNvPr>
          <p:cNvSpPr/>
          <p:nvPr/>
        </p:nvSpPr>
        <p:spPr>
          <a:xfrm>
            <a:off x="9740348" y="0"/>
            <a:ext cx="2365513" cy="59634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214810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54543-BD3A-DF26-0094-1720393CDF6C}"/>
              </a:ext>
            </a:extLst>
          </p:cNvPr>
          <p:cNvSpPr>
            <a:spLocks noGrp="1"/>
          </p:cNvSpPr>
          <p:nvPr>
            <p:ph type="title"/>
          </p:nvPr>
        </p:nvSpPr>
        <p:spPr/>
        <p:txBody>
          <a:bodyPr/>
          <a:lstStyle/>
          <a:p>
            <a:pPr marL="0" indent="0">
              <a:buNone/>
            </a:pPr>
            <a:r>
              <a:rPr lang="en-IN" sz="4400" b="1" spc="5" dirty="0">
                <a:solidFill>
                  <a:srgbClr val="111111"/>
                </a:solidFill>
                <a:effectLst/>
                <a:latin typeface="Arial" panose="020B0604020202020204" pitchFamily="34" charset="0"/>
                <a:ea typeface="Times New Roman" panose="02020603050405020304" pitchFamily="18" charset="0"/>
              </a:rPr>
              <a:t>Understanding Variance</a:t>
            </a:r>
            <a:endParaRPr lang="en-IN" sz="4400" b="1" dirty="0">
              <a:effectLst/>
              <a:latin typeface="Times New Roman" panose="02020603050405020304" pitchFamily="18" charset="0"/>
              <a:ea typeface="Times New Roman" panose="02020603050405020304" pitchFamily="18" charset="0"/>
            </a:endParaRPr>
          </a:p>
        </p:txBody>
      </p:sp>
      <p:sp>
        <p:nvSpPr>
          <p:cNvPr id="3" name="Content Placeholder 2">
            <a:extLst>
              <a:ext uri="{FF2B5EF4-FFF2-40B4-BE49-F238E27FC236}">
                <a16:creationId xmlns:a16="http://schemas.microsoft.com/office/drawing/2014/main" id="{E777CEAE-A800-A092-E554-FBE643412723}"/>
              </a:ext>
            </a:extLst>
          </p:cNvPr>
          <p:cNvSpPr>
            <a:spLocks noGrp="1"/>
          </p:cNvSpPr>
          <p:nvPr>
            <p:ph idx="1"/>
          </p:nvPr>
        </p:nvSpPr>
        <p:spPr/>
        <p:txBody>
          <a:bodyPr/>
          <a:lstStyle/>
          <a:p>
            <a:r>
              <a:rPr lang="en-IN" sz="1800" spc="5" dirty="0">
                <a:solidFill>
                  <a:srgbClr val="111111"/>
                </a:solidFill>
                <a:effectLst/>
                <a:latin typeface="Arial" panose="020B0604020202020204" pitchFamily="34" charset="0"/>
                <a:ea typeface="Times New Roman" panose="02020603050405020304" pitchFamily="18" charset="0"/>
              </a:rPr>
              <a:t>In statistics, variance measures variability from the average or mean. It is calculated by taking the differences between each number in the data set and the mean, then squaring the differences to make them positive, and finally dividing the sum of the squares by the number of values in the data set. Software like Excel can make this calculation easier.</a:t>
            </a:r>
          </a:p>
          <a:p>
            <a:endParaRPr lang="en-IN" sz="1800" dirty="0">
              <a:effectLst/>
              <a:latin typeface="Times New Roman" panose="02020603050405020304" pitchFamily="18" charset="0"/>
              <a:ea typeface="Times New Roman" panose="02020603050405020304" pitchFamily="18" charset="0"/>
            </a:endParaRPr>
          </a:p>
        </p:txBody>
      </p:sp>
      <p:pic>
        <p:nvPicPr>
          <p:cNvPr id="5" name="Picture 4">
            <a:extLst>
              <a:ext uri="{FF2B5EF4-FFF2-40B4-BE49-F238E27FC236}">
                <a16:creationId xmlns:a16="http://schemas.microsoft.com/office/drawing/2014/main" id="{0FCFBFF9-51AB-6726-AD02-645E24CC204D}"/>
              </a:ext>
            </a:extLst>
          </p:cNvPr>
          <p:cNvPicPr>
            <a:picLocks noChangeAspect="1"/>
          </p:cNvPicPr>
          <p:nvPr/>
        </p:nvPicPr>
        <p:blipFill>
          <a:blip r:embed="rId2"/>
          <a:stretch>
            <a:fillRect/>
          </a:stretch>
        </p:blipFill>
        <p:spPr>
          <a:xfrm>
            <a:off x="1116136" y="2988203"/>
            <a:ext cx="5688076" cy="3323697"/>
          </a:xfrm>
          <a:prstGeom prst="rect">
            <a:avLst/>
          </a:prstGeom>
        </p:spPr>
      </p:pic>
      <p:sp>
        <p:nvSpPr>
          <p:cNvPr id="6" name="Rectangle 5">
            <a:extLst>
              <a:ext uri="{FF2B5EF4-FFF2-40B4-BE49-F238E27FC236}">
                <a16:creationId xmlns:a16="http://schemas.microsoft.com/office/drawing/2014/main" id="{BFF8FE9D-8A12-FAF3-1937-21FEFCD41783}"/>
              </a:ext>
            </a:extLst>
          </p:cNvPr>
          <p:cNvSpPr/>
          <p:nvPr/>
        </p:nvSpPr>
        <p:spPr>
          <a:xfrm>
            <a:off x="9740348" y="0"/>
            <a:ext cx="2365513" cy="59634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8898225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DB37A-9BD1-E28E-9B6E-078593AB2AFE}"/>
              </a:ext>
            </a:extLst>
          </p:cNvPr>
          <p:cNvSpPr>
            <a:spLocks noGrp="1"/>
          </p:cNvSpPr>
          <p:nvPr>
            <p:ph type="title"/>
          </p:nvPr>
        </p:nvSpPr>
        <p:spPr/>
        <p:txBody>
          <a:bodyPr/>
          <a:lstStyle/>
          <a:p>
            <a:r>
              <a:rPr lang="en-IN" sz="4400" b="1" spc="5" dirty="0">
                <a:solidFill>
                  <a:srgbClr val="111111"/>
                </a:solidFill>
                <a:effectLst/>
                <a:latin typeface="Arial" panose="020B0604020202020204" pitchFamily="34" charset="0"/>
                <a:ea typeface="Times New Roman" panose="02020603050405020304" pitchFamily="18" charset="0"/>
              </a:rPr>
              <a:t>Understanding Variance</a:t>
            </a:r>
            <a:endParaRPr lang="en-IN" dirty="0"/>
          </a:p>
        </p:txBody>
      </p:sp>
      <p:pic>
        <p:nvPicPr>
          <p:cNvPr id="5" name="Content Placeholder 4">
            <a:extLst>
              <a:ext uri="{FF2B5EF4-FFF2-40B4-BE49-F238E27FC236}">
                <a16:creationId xmlns:a16="http://schemas.microsoft.com/office/drawing/2014/main" id="{F1FF8C42-B283-ED2E-1CF1-66CA8E72882B}"/>
              </a:ext>
            </a:extLst>
          </p:cNvPr>
          <p:cNvPicPr>
            <a:picLocks noGrp="1" noChangeAspect="1"/>
          </p:cNvPicPr>
          <p:nvPr>
            <p:ph idx="1"/>
          </p:nvPr>
        </p:nvPicPr>
        <p:blipFill>
          <a:blip r:embed="rId2"/>
          <a:stretch>
            <a:fillRect/>
          </a:stretch>
        </p:blipFill>
        <p:spPr>
          <a:xfrm>
            <a:off x="1977304" y="2389680"/>
            <a:ext cx="8614954" cy="3164540"/>
          </a:xfrm>
        </p:spPr>
      </p:pic>
      <p:sp>
        <p:nvSpPr>
          <p:cNvPr id="4" name="Rectangle 3">
            <a:extLst>
              <a:ext uri="{FF2B5EF4-FFF2-40B4-BE49-F238E27FC236}">
                <a16:creationId xmlns:a16="http://schemas.microsoft.com/office/drawing/2014/main" id="{4F43BBB4-5F8D-FC80-6E72-648E5FF57127}"/>
              </a:ext>
            </a:extLst>
          </p:cNvPr>
          <p:cNvSpPr/>
          <p:nvPr/>
        </p:nvSpPr>
        <p:spPr>
          <a:xfrm>
            <a:off x="9740348" y="0"/>
            <a:ext cx="2365513" cy="59634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1010244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48966-072B-E47C-43F9-83BD1071A387}"/>
              </a:ext>
            </a:extLst>
          </p:cNvPr>
          <p:cNvSpPr>
            <a:spLocks noGrp="1"/>
          </p:cNvSpPr>
          <p:nvPr>
            <p:ph type="title"/>
          </p:nvPr>
        </p:nvSpPr>
        <p:spPr/>
        <p:txBody>
          <a:bodyPr/>
          <a:lstStyle/>
          <a:p>
            <a:r>
              <a:rPr lang="en-US" b="1" i="0" dirty="0">
                <a:solidFill>
                  <a:srgbClr val="111111"/>
                </a:solidFill>
                <a:effectLst/>
                <a:latin typeface="Cabin-semi-bold"/>
              </a:rPr>
              <a:t>Advantages and Disadvantages of Variance</a:t>
            </a:r>
            <a:br>
              <a:rPr lang="en-US" b="1" i="0" dirty="0">
                <a:solidFill>
                  <a:srgbClr val="111111"/>
                </a:solidFill>
                <a:effectLst/>
                <a:latin typeface="Cabin-semi-bold"/>
              </a:rPr>
            </a:br>
            <a:endParaRPr lang="en-IN" dirty="0"/>
          </a:p>
        </p:txBody>
      </p:sp>
      <p:pic>
        <p:nvPicPr>
          <p:cNvPr id="5" name="Content Placeholder 4">
            <a:extLst>
              <a:ext uri="{FF2B5EF4-FFF2-40B4-BE49-F238E27FC236}">
                <a16:creationId xmlns:a16="http://schemas.microsoft.com/office/drawing/2014/main" id="{32BA6207-018E-A873-12F4-3CCBCDF13719}"/>
              </a:ext>
            </a:extLst>
          </p:cNvPr>
          <p:cNvPicPr>
            <a:picLocks noGrp="1" noChangeAspect="1"/>
          </p:cNvPicPr>
          <p:nvPr>
            <p:ph idx="1"/>
          </p:nvPr>
        </p:nvPicPr>
        <p:blipFill>
          <a:blip r:embed="rId2"/>
          <a:stretch>
            <a:fillRect/>
          </a:stretch>
        </p:blipFill>
        <p:spPr>
          <a:xfrm>
            <a:off x="1420503" y="2581835"/>
            <a:ext cx="9124295" cy="2770093"/>
          </a:xfrm>
        </p:spPr>
      </p:pic>
      <p:sp>
        <p:nvSpPr>
          <p:cNvPr id="4" name="Rectangle 3">
            <a:extLst>
              <a:ext uri="{FF2B5EF4-FFF2-40B4-BE49-F238E27FC236}">
                <a16:creationId xmlns:a16="http://schemas.microsoft.com/office/drawing/2014/main" id="{8D862854-43E4-10F4-A91D-ABE2C60FDAEF}"/>
              </a:ext>
            </a:extLst>
          </p:cNvPr>
          <p:cNvSpPr/>
          <p:nvPr/>
        </p:nvSpPr>
        <p:spPr>
          <a:xfrm>
            <a:off x="9740348" y="0"/>
            <a:ext cx="2365513" cy="59634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3088619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011E9-0811-C9E6-4575-7B2708F87133}"/>
              </a:ext>
            </a:extLst>
          </p:cNvPr>
          <p:cNvSpPr>
            <a:spLocks noGrp="1"/>
          </p:cNvSpPr>
          <p:nvPr>
            <p:ph type="title"/>
          </p:nvPr>
        </p:nvSpPr>
        <p:spPr/>
        <p:txBody>
          <a:bodyPr/>
          <a:lstStyle/>
          <a:p>
            <a:r>
              <a:rPr lang="en-IN" dirty="0"/>
              <a:t>Example</a:t>
            </a:r>
          </a:p>
        </p:txBody>
      </p:sp>
      <p:pic>
        <p:nvPicPr>
          <p:cNvPr id="4" name="Content Placeholder 3">
            <a:extLst>
              <a:ext uri="{FF2B5EF4-FFF2-40B4-BE49-F238E27FC236}">
                <a16:creationId xmlns:a16="http://schemas.microsoft.com/office/drawing/2014/main" id="{7D20A8B8-C620-3F70-F92B-45F64E4F2257}"/>
              </a:ext>
            </a:extLst>
          </p:cNvPr>
          <p:cNvPicPr>
            <a:picLocks noGrp="1" noChangeAspect="1"/>
          </p:cNvPicPr>
          <p:nvPr>
            <p:ph idx="1"/>
          </p:nvPr>
        </p:nvPicPr>
        <p:blipFill>
          <a:blip r:embed="rId2"/>
          <a:stretch>
            <a:fillRect/>
          </a:stretch>
        </p:blipFill>
        <p:spPr>
          <a:xfrm>
            <a:off x="838200" y="1586604"/>
            <a:ext cx="4839119" cy="1082134"/>
          </a:xfrm>
          <a:prstGeom prst="rect">
            <a:avLst/>
          </a:prstGeom>
        </p:spPr>
      </p:pic>
      <p:pic>
        <p:nvPicPr>
          <p:cNvPr id="5" name="Picture 4">
            <a:extLst>
              <a:ext uri="{FF2B5EF4-FFF2-40B4-BE49-F238E27FC236}">
                <a16:creationId xmlns:a16="http://schemas.microsoft.com/office/drawing/2014/main" id="{BA1E35BF-B154-C995-1C06-8B81728F9E87}"/>
              </a:ext>
            </a:extLst>
          </p:cNvPr>
          <p:cNvPicPr>
            <a:picLocks noChangeAspect="1"/>
          </p:cNvPicPr>
          <p:nvPr/>
        </p:nvPicPr>
        <p:blipFill>
          <a:blip r:embed="rId3"/>
          <a:stretch>
            <a:fillRect/>
          </a:stretch>
        </p:blipFill>
        <p:spPr>
          <a:xfrm>
            <a:off x="1321397" y="2743200"/>
            <a:ext cx="3291840" cy="685800"/>
          </a:xfrm>
          <a:prstGeom prst="rect">
            <a:avLst/>
          </a:prstGeom>
        </p:spPr>
      </p:pic>
      <p:pic>
        <p:nvPicPr>
          <p:cNvPr id="6" name="Picture 5">
            <a:extLst>
              <a:ext uri="{FF2B5EF4-FFF2-40B4-BE49-F238E27FC236}">
                <a16:creationId xmlns:a16="http://schemas.microsoft.com/office/drawing/2014/main" id="{3FBDC3FA-7C34-198C-0504-A361AD04E96E}"/>
              </a:ext>
            </a:extLst>
          </p:cNvPr>
          <p:cNvPicPr>
            <a:picLocks noChangeAspect="1"/>
          </p:cNvPicPr>
          <p:nvPr/>
        </p:nvPicPr>
        <p:blipFill>
          <a:blip r:embed="rId4"/>
          <a:stretch>
            <a:fillRect/>
          </a:stretch>
        </p:blipFill>
        <p:spPr>
          <a:xfrm>
            <a:off x="838200" y="4189263"/>
            <a:ext cx="4465320" cy="1661160"/>
          </a:xfrm>
          <a:prstGeom prst="rect">
            <a:avLst/>
          </a:prstGeom>
        </p:spPr>
      </p:pic>
      <p:pic>
        <p:nvPicPr>
          <p:cNvPr id="7" name="Picture 6">
            <a:extLst>
              <a:ext uri="{FF2B5EF4-FFF2-40B4-BE49-F238E27FC236}">
                <a16:creationId xmlns:a16="http://schemas.microsoft.com/office/drawing/2014/main" id="{40799704-3705-5B48-E047-4D771F76F1F4}"/>
              </a:ext>
            </a:extLst>
          </p:cNvPr>
          <p:cNvPicPr>
            <a:picLocks noChangeAspect="1"/>
          </p:cNvPicPr>
          <p:nvPr/>
        </p:nvPicPr>
        <p:blipFill>
          <a:blip r:embed="rId5"/>
          <a:stretch>
            <a:fillRect/>
          </a:stretch>
        </p:blipFill>
        <p:spPr>
          <a:xfrm>
            <a:off x="7811845" y="2907030"/>
            <a:ext cx="2377440" cy="1043940"/>
          </a:xfrm>
          <a:prstGeom prst="rect">
            <a:avLst/>
          </a:prstGeom>
        </p:spPr>
      </p:pic>
      <p:sp>
        <p:nvSpPr>
          <p:cNvPr id="8" name="Rectangle 7">
            <a:extLst>
              <a:ext uri="{FF2B5EF4-FFF2-40B4-BE49-F238E27FC236}">
                <a16:creationId xmlns:a16="http://schemas.microsoft.com/office/drawing/2014/main" id="{41ABFC94-AC2F-D992-FBEF-F6B0EC28A924}"/>
              </a:ext>
            </a:extLst>
          </p:cNvPr>
          <p:cNvSpPr/>
          <p:nvPr/>
        </p:nvSpPr>
        <p:spPr>
          <a:xfrm>
            <a:off x="9740348" y="0"/>
            <a:ext cx="2365513" cy="59634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6179698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8FD54-AC50-6287-0E1D-859AE001AEC5}"/>
              </a:ext>
            </a:extLst>
          </p:cNvPr>
          <p:cNvSpPr>
            <a:spLocks noGrp="1"/>
          </p:cNvSpPr>
          <p:nvPr>
            <p:ph type="title"/>
          </p:nvPr>
        </p:nvSpPr>
        <p:spPr/>
        <p:txBody>
          <a:bodyPr/>
          <a:lstStyle/>
          <a:p>
            <a:r>
              <a:rPr lang="en-IN" dirty="0"/>
              <a:t>Example</a:t>
            </a:r>
          </a:p>
        </p:txBody>
      </p:sp>
      <p:pic>
        <p:nvPicPr>
          <p:cNvPr id="4" name="Content Placeholder 3">
            <a:extLst>
              <a:ext uri="{FF2B5EF4-FFF2-40B4-BE49-F238E27FC236}">
                <a16:creationId xmlns:a16="http://schemas.microsoft.com/office/drawing/2014/main" id="{83237EC2-B637-6D7C-3F42-21485562F75A}"/>
              </a:ext>
            </a:extLst>
          </p:cNvPr>
          <p:cNvPicPr>
            <a:picLocks noGrp="1" noChangeAspect="1"/>
          </p:cNvPicPr>
          <p:nvPr>
            <p:ph idx="1"/>
          </p:nvPr>
        </p:nvPicPr>
        <p:blipFill>
          <a:blip r:embed="rId2"/>
          <a:stretch>
            <a:fillRect/>
          </a:stretch>
        </p:blipFill>
        <p:spPr>
          <a:xfrm>
            <a:off x="1001932" y="1690688"/>
            <a:ext cx="2263336" cy="381033"/>
          </a:xfrm>
          <a:prstGeom prst="rect">
            <a:avLst/>
          </a:prstGeom>
        </p:spPr>
      </p:pic>
      <p:pic>
        <p:nvPicPr>
          <p:cNvPr id="5" name="Picture 4">
            <a:extLst>
              <a:ext uri="{FF2B5EF4-FFF2-40B4-BE49-F238E27FC236}">
                <a16:creationId xmlns:a16="http://schemas.microsoft.com/office/drawing/2014/main" id="{95D617EF-06E6-AE01-86E6-8AB0DF8D10F3}"/>
              </a:ext>
            </a:extLst>
          </p:cNvPr>
          <p:cNvPicPr>
            <a:picLocks noChangeAspect="1"/>
          </p:cNvPicPr>
          <p:nvPr/>
        </p:nvPicPr>
        <p:blipFill>
          <a:blip r:embed="rId3"/>
          <a:stretch>
            <a:fillRect/>
          </a:stretch>
        </p:blipFill>
        <p:spPr>
          <a:xfrm>
            <a:off x="1102882" y="2392704"/>
            <a:ext cx="1846505" cy="2854500"/>
          </a:xfrm>
          <a:prstGeom prst="rect">
            <a:avLst/>
          </a:prstGeom>
        </p:spPr>
      </p:pic>
      <p:pic>
        <p:nvPicPr>
          <p:cNvPr id="6" name="Picture 5">
            <a:extLst>
              <a:ext uri="{FF2B5EF4-FFF2-40B4-BE49-F238E27FC236}">
                <a16:creationId xmlns:a16="http://schemas.microsoft.com/office/drawing/2014/main" id="{0C239EF2-7FE7-7533-4755-6F71E723CAFF}"/>
              </a:ext>
            </a:extLst>
          </p:cNvPr>
          <p:cNvPicPr>
            <a:picLocks noChangeAspect="1"/>
          </p:cNvPicPr>
          <p:nvPr/>
        </p:nvPicPr>
        <p:blipFill>
          <a:blip r:embed="rId4"/>
          <a:stretch>
            <a:fillRect/>
          </a:stretch>
        </p:blipFill>
        <p:spPr>
          <a:xfrm>
            <a:off x="3436621" y="2392705"/>
            <a:ext cx="3489960" cy="2854500"/>
          </a:xfrm>
          <a:prstGeom prst="rect">
            <a:avLst/>
          </a:prstGeom>
        </p:spPr>
      </p:pic>
      <p:sp>
        <p:nvSpPr>
          <p:cNvPr id="7" name="Rectangle 6">
            <a:extLst>
              <a:ext uri="{FF2B5EF4-FFF2-40B4-BE49-F238E27FC236}">
                <a16:creationId xmlns:a16="http://schemas.microsoft.com/office/drawing/2014/main" id="{57B420A3-1444-A483-173C-1C95022BC29D}"/>
              </a:ext>
            </a:extLst>
          </p:cNvPr>
          <p:cNvSpPr/>
          <p:nvPr/>
        </p:nvSpPr>
        <p:spPr>
          <a:xfrm>
            <a:off x="9740348" y="0"/>
            <a:ext cx="2365513" cy="59634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2756129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F8EC-B439-F054-82C3-9A2E5639C6DF}"/>
              </a:ext>
            </a:extLst>
          </p:cNvPr>
          <p:cNvSpPr>
            <a:spLocks noGrp="1"/>
          </p:cNvSpPr>
          <p:nvPr>
            <p:ph type="title"/>
          </p:nvPr>
        </p:nvSpPr>
        <p:spPr/>
        <p:txBody>
          <a:bodyPr/>
          <a:lstStyle/>
          <a:p>
            <a:r>
              <a:rPr lang="en-IN" dirty="0"/>
              <a:t>Example</a:t>
            </a:r>
          </a:p>
        </p:txBody>
      </p:sp>
      <p:pic>
        <p:nvPicPr>
          <p:cNvPr id="5" name="Content Placeholder 4">
            <a:extLst>
              <a:ext uri="{FF2B5EF4-FFF2-40B4-BE49-F238E27FC236}">
                <a16:creationId xmlns:a16="http://schemas.microsoft.com/office/drawing/2014/main" id="{9B0F7600-BDB2-0B9D-DE09-CF8F7A9A682B}"/>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09378" y="2130422"/>
            <a:ext cx="8573243" cy="3741744"/>
          </a:xfrm>
          <a:prstGeom prst="rect">
            <a:avLst/>
          </a:prstGeom>
          <a:noFill/>
          <a:ln>
            <a:noFill/>
          </a:ln>
        </p:spPr>
      </p:pic>
      <p:sp>
        <p:nvSpPr>
          <p:cNvPr id="4" name="Rectangle 3">
            <a:extLst>
              <a:ext uri="{FF2B5EF4-FFF2-40B4-BE49-F238E27FC236}">
                <a16:creationId xmlns:a16="http://schemas.microsoft.com/office/drawing/2014/main" id="{5C0B4804-9BBD-0A51-9060-894178D7CE22}"/>
              </a:ext>
            </a:extLst>
          </p:cNvPr>
          <p:cNvSpPr/>
          <p:nvPr/>
        </p:nvSpPr>
        <p:spPr>
          <a:xfrm>
            <a:off x="9740348" y="0"/>
            <a:ext cx="2365513" cy="59634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3982249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5779E-CB34-F340-811D-B7EBBEC9875E}"/>
              </a:ext>
            </a:extLst>
          </p:cNvPr>
          <p:cNvSpPr>
            <a:spLocks noGrp="1"/>
          </p:cNvSpPr>
          <p:nvPr>
            <p:ph type="title"/>
          </p:nvPr>
        </p:nvSpPr>
        <p:spPr/>
        <p:txBody>
          <a:bodyPr/>
          <a:lstStyle/>
          <a:p>
            <a:r>
              <a:rPr lang="en-IN" dirty="0"/>
              <a:t>Example</a:t>
            </a:r>
          </a:p>
        </p:txBody>
      </p:sp>
      <p:pic>
        <p:nvPicPr>
          <p:cNvPr id="4" name="Content Placeholder 3">
            <a:extLst>
              <a:ext uri="{FF2B5EF4-FFF2-40B4-BE49-F238E27FC236}">
                <a16:creationId xmlns:a16="http://schemas.microsoft.com/office/drawing/2014/main" id="{B9307A3C-B558-E1DB-F608-487E4A1686AF}"/>
              </a:ext>
            </a:extLst>
          </p:cNvPr>
          <p:cNvPicPr>
            <a:picLocks noGrp="1" noChangeAspect="1"/>
          </p:cNvPicPr>
          <p:nvPr>
            <p:ph idx="1"/>
          </p:nvPr>
        </p:nvPicPr>
        <p:blipFill>
          <a:blip r:embed="rId2"/>
          <a:stretch>
            <a:fillRect/>
          </a:stretch>
        </p:blipFill>
        <p:spPr>
          <a:xfrm>
            <a:off x="1969412" y="2096129"/>
            <a:ext cx="8253175" cy="3810330"/>
          </a:xfrm>
          <a:prstGeom prst="rect">
            <a:avLst/>
          </a:prstGeom>
        </p:spPr>
      </p:pic>
      <p:sp>
        <p:nvSpPr>
          <p:cNvPr id="5" name="Rectangle 4">
            <a:extLst>
              <a:ext uri="{FF2B5EF4-FFF2-40B4-BE49-F238E27FC236}">
                <a16:creationId xmlns:a16="http://schemas.microsoft.com/office/drawing/2014/main" id="{934D5ED2-A012-3BC6-0AA2-EEAA18640572}"/>
              </a:ext>
            </a:extLst>
          </p:cNvPr>
          <p:cNvSpPr/>
          <p:nvPr/>
        </p:nvSpPr>
        <p:spPr>
          <a:xfrm>
            <a:off x="9740348" y="0"/>
            <a:ext cx="2365513" cy="59634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6215537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FBF31-356C-0836-0A5A-77BA05D1E110}"/>
              </a:ext>
            </a:extLst>
          </p:cNvPr>
          <p:cNvSpPr>
            <a:spLocks noGrp="1"/>
          </p:cNvSpPr>
          <p:nvPr>
            <p:ph type="title"/>
          </p:nvPr>
        </p:nvSpPr>
        <p:spPr/>
        <p:txBody>
          <a:bodyPr/>
          <a:lstStyle/>
          <a:p>
            <a:r>
              <a:rPr lang="en-IN" dirty="0"/>
              <a:t>Example</a:t>
            </a:r>
          </a:p>
        </p:txBody>
      </p:sp>
      <p:pic>
        <p:nvPicPr>
          <p:cNvPr id="4" name="Content Placeholder 3">
            <a:extLst>
              <a:ext uri="{FF2B5EF4-FFF2-40B4-BE49-F238E27FC236}">
                <a16:creationId xmlns:a16="http://schemas.microsoft.com/office/drawing/2014/main" id="{E5CA4CF9-43F0-D95A-947C-3B3819AB14BC}"/>
              </a:ext>
            </a:extLst>
          </p:cNvPr>
          <p:cNvPicPr>
            <a:picLocks noGrp="1" noChangeAspect="1"/>
          </p:cNvPicPr>
          <p:nvPr>
            <p:ph idx="1"/>
          </p:nvPr>
        </p:nvPicPr>
        <p:blipFill>
          <a:blip r:embed="rId2"/>
          <a:stretch>
            <a:fillRect/>
          </a:stretch>
        </p:blipFill>
        <p:spPr>
          <a:xfrm>
            <a:off x="1325466" y="2439058"/>
            <a:ext cx="9541067" cy="3124471"/>
          </a:xfrm>
          <a:prstGeom prst="rect">
            <a:avLst/>
          </a:prstGeom>
        </p:spPr>
      </p:pic>
      <p:sp>
        <p:nvSpPr>
          <p:cNvPr id="5" name="Rectangle 4">
            <a:extLst>
              <a:ext uri="{FF2B5EF4-FFF2-40B4-BE49-F238E27FC236}">
                <a16:creationId xmlns:a16="http://schemas.microsoft.com/office/drawing/2014/main" id="{8B2ED489-FBBA-0674-9964-ED15E07DF79D}"/>
              </a:ext>
            </a:extLst>
          </p:cNvPr>
          <p:cNvSpPr/>
          <p:nvPr/>
        </p:nvSpPr>
        <p:spPr>
          <a:xfrm>
            <a:off x="9740348" y="0"/>
            <a:ext cx="2365513" cy="59634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2480563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F2B51-5B63-759E-6190-61F1D5F7C2A3}"/>
              </a:ext>
            </a:extLst>
          </p:cNvPr>
          <p:cNvSpPr>
            <a:spLocks noGrp="1"/>
          </p:cNvSpPr>
          <p:nvPr>
            <p:ph type="title"/>
          </p:nvPr>
        </p:nvSpPr>
        <p:spPr/>
        <p:txBody>
          <a:bodyPr/>
          <a:lstStyle/>
          <a:p>
            <a:r>
              <a:rPr lang="en-IN" dirty="0"/>
              <a:t>Example</a:t>
            </a:r>
          </a:p>
        </p:txBody>
      </p:sp>
      <p:pic>
        <p:nvPicPr>
          <p:cNvPr id="4" name="Content Placeholder 3">
            <a:extLst>
              <a:ext uri="{FF2B5EF4-FFF2-40B4-BE49-F238E27FC236}">
                <a16:creationId xmlns:a16="http://schemas.microsoft.com/office/drawing/2014/main" id="{D0C1A740-258A-14E8-540B-22A18D3C6D54}"/>
              </a:ext>
            </a:extLst>
          </p:cNvPr>
          <p:cNvPicPr>
            <a:picLocks noGrp="1" noChangeAspect="1"/>
          </p:cNvPicPr>
          <p:nvPr>
            <p:ph idx="1"/>
          </p:nvPr>
        </p:nvPicPr>
        <p:blipFill>
          <a:blip r:embed="rId2"/>
          <a:stretch>
            <a:fillRect/>
          </a:stretch>
        </p:blipFill>
        <p:spPr>
          <a:xfrm>
            <a:off x="1420725" y="2240921"/>
            <a:ext cx="9350550" cy="3520745"/>
          </a:xfrm>
          <a:prstGeom prst="rect">
            <a:avLst/>
          </a:prstGeom>
        </p:spPr>
      </p:pic>
      <p:sp>
        <p:nvSpPr>
          <p:cNvPr id="5" name="Rectangle 4">
            <a:extLst>
              <a:ext uri="{FF2B5EF4-FFF2-40B4-BE49-F238E27FC236}">
                <a16:creationId xmlns:a16="http://schemas.microsoft.com/office/drawing/2014/main" id="{470D204B-C0F9-D38C-064B-A6AB0B1AA5BF}"/>
              </a:ext>
            </a:extLst>
          </p:cNvPr>
          <p:cNvSpPr/>
          <p:nvPr/>
        </p:nvSpPr>
        <p:spPr>
          <a:xfrm>
            <a:off x="9740348" y="0"/>
            <a:ext cx="2365513" cy="59634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5564181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4E9AEC2-4F93-3620-5F58-C2D4D09A7BD9}"/>
              </a:ext>
            </a:extLst>
          </p:cNvPr>
          <p:cNvPicPr>
            <a:picLocks noGrp="1" noChangeAspect="1"/>
          </p:cNvPicPr>
          <p:nvPr>
            <p:ph idx="1"/>
          </p:nvPr>
        </p:nvPicPr>
        <p:blipFill>
          <a:blip r:embed="rId2"/>
          <a:stretch>
            <a:fillRect/>
          </a:stretch>
        </p:blipFill>
        <p:spPr>
          <a:xfrm>
            <a:off x="927531" y="1380565"/>
            <a:ext cx="8755126" cy="4590669"/>
          </a:xfrm>
        </p:spPr>
      </p:pic>
      <p:sp>
        <p:nvSpPr>
          <p:cNvPr id="3" name="Rectangle 2">
            <a:extLst>
              <a:ext uri="{FF2B5EF4-FFF2-40B4-BE49-F238E27FC236}">
                <a16:creationId xmlns:a16="http://schemas.microsoft.com/office/drawing/2014/main" id="{1E28E47B-018E-8D75-EDD3-1E5EF07B4D30}"/>
              </a:ext>
            </a:extLst>
          </p:cNvPr>
          <p:cNvSpPr/>
          <p:nvPr/>
        </p:nvSpPr>
        <p:spPr>
          <a:xfrm>
            <a:off x="9740348" y="0"/>
            <a:ext cx="2365513" cy="59634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1848011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8641236-FF94-0FD0-FAEB-B3EA6467CC63}"/>
              </a:ext>
            </a:extLst>
          </p:cNvPr>
          <p:cNvPicPr>
            <a:picLocks noGrp="1" noChangeAspect="1"/>
          </p:cNvPicPr>
          <p:nvPr>
            <p:ph idx="1"/>
          </p:nvPr>
        </p:nvPicPr>
        <p:blipFill>
          <a:blip r:embed="rId2"/>
          <a:stretch>
            <a:fillRect/>
          </a:stretch>
        </p:blipFill>
        <p:spPr>
          <a:xfrm>
            <a:off x="1270517" y="806824"/>
            <a:ext cx="8111992" cy="5370139"/>
          </a:xfrm>
        </p:spPr>
      </p:pic>
      <p:sp>
        <p:nvSpPr>
          <p:cNvPr id="3" name="Rectangle 2">
            <a:extLst>
              <a:ext uri="{FF2B5EF4-FFF2-40B4-BE49-F238E27FC236}">
                <a16:creationId xmlns:a16="http://schemas.microsoft.com/office/drawing/2014/main" id="{67E12938-101E-EF4A-B59A-8373E92A7D54}"/>
              </a:ext>
            </a:extLst>
          </p:cNvPr>
          <p:cNvSpPr/>
          <p:nvPr/>
        </p:nvSpPr>
        <p:spPr>
          <a:xfrm>
            <a:off x="9740348" y="0"/>
            <a:ext cx="2365513" cy="59634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4417124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1105F50-3292-DACF-E2F8-2A132BDFCDC7}"/>
              </a:ext>
            </a:extLst>
          </p:cNvPr>
          <p:cNvPicPr>
            <a:picLocks noGrp="1" noChangeAspect="1"/>
          </p:cNvPicPr>
          <p:nvPr>
            <p:ph idx="1"/>
          </p:nvPr>
        </p:nvPicPr>
        <p:blipFill>
          <a:blip r:embed="rId2"/>
          <a:stretch>
            <a:fillRect/>
          </a:stretch>
        </p:blipFill>
        <p:spPr>
          <a:xfrm>
            <a:off x="2505976" y="534706"/>
            <a:ext cx="8129949" cy="5874287"/>
          </a:xfrm>
        </p:spPr>
      </p:pic>
      <p:sp>
        <p:nvSpPr>
          <p:cNvPr id="3" name="Rectangle 2">
            <a:extLst>
              <a:ext uri="{FF2B5EF4-FFF2-40B4-BE49-F238E27FC236}">
                <a16:creationId xmlns:a16="http://schemas.microsoft.com/office/drawing/2014/main" id="{19500760-BDDC-A820-C480-ECD724869EA3}"/>
              </a:ext>
            </a:extLst>
          </p:cNvPr>
          <p:cNvSpPr/>
          <p:nvPr/>
        </p:nvSpPr>
        <p:spPr>
          <a:xfrm>
            <a:off x="9740348" y="0"/>
            <a:ext cx="2365513" cy="59634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6264750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83D8379-356F-C08F-BDE9-6033E1F5E9DC}"/>
              </a:ext>
            </a:extLst>
          </p:cNvPr>
          <p:cNvPicPr>
            <a:picLocks noGrp="1" noChangeAspect="1"/>
          </p:cNvPicPr>
          <p:nvPr>
            <p:ph idx="1"/>
          </p:nvPr>
        </p:nvPicPr>
        <p:blipFill>
          <a:blip r:embed="rId2"/>
          <a:stretch>
            <a:fillRect/>
          </a:stretch>
        </p:blipFill>
        <p:spPr>
          <a:xfrm>
            <a:off x="2244539" y="699246"/>
            <a:ext cx="9537357" cy="5881271"/>
          </a:xfrm>
        </p:spPr>
      </p:pic>
      <p:sp>
        <p:nvSpPr>
          <p:cNvPr id="3" name="Rectangle 2">
            <a:extLst>
              <a:ext uri="{FF2B5EF4-FFF2-40B4-BE49-F238E27FC236}">
                <a16:creationId xmlns:a16="http://schemas.microsoft.com/office/drawing/2014/main" id="{63D5730E-9B50-6D05-ADB1-C7C609628838}"/>
              </a:ext>
            </a:extLst>
          </p:cNvPr>
          <p:cNvSpPr/>
          <p:nvPr/>
        </p:nvSpPr>
        <p:spPr>
          <a:xfrm>
            <a:off x="9740348" y="0"/>
            <a:ext cx="2365513" cy="59634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6329691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0CB91-60A5-8F2C-1FC0-F95579B54BED}"/>
              </a:ext>
            </a:extLst>
          </p:cNvPr>
          <p:cNvSpPr>
            <a:spLocks noGrp="1"/>
          </p:cNvSpPr>
          <p:nvPr>
            <p:ph type="title"/>
          </p:nvPr>
        </p:nvSpPr>
        <p:spPr/>
        <p:txBody>
          <a:bodyPr/>
          <a:lstStyle/>
          <a:p>
            <a:r>
              <a:rPr lang="en-US" dirty="0"/>
              <a:t>Bi-variant</a:t>
            </a:r>
            <a:endParaRPr lang="en-IN" dirty="0"/>
          </a:p>
        </p:txBody>
      </p:sp>
      <p:pic>
        <p:nvPicPr>
          <p:cNvPr id="6" name="Content Placeholder 5">
            <a:extLst>
              <a:ext uri="{FF2B5EF4-FFF2-40B4-BE49-F238E27FC236}">
                <a16:creationId xmlns:a16="http://schemas.microsoft.com/office/drawing/2014/main" id="{42D1E3D7-245A-533B-F358-C12EB3BF33AB}"/>
              </a:ext>
            </a:extLst>
          </p:cNvPr>
          <p:cNvPicPr>
            <a:picLocks noGrp="1" noChangeAspect="1"/>
          </p:cNvPicPr>
          <p:nvPr>
            <p:ph idx="1"/>
          </p:nvPr>
        </p:nvPicPr>
        <p:blipFill>
          <a:blip r:embed="rId2"/>
          <a:stretch>
            <a:fillRect/>
          </a:stretch>
        </p:blipFill>
        <p:spPr>
          <a:xfrm>
            <a:off x="581025" y="1954703"/>
            <a:ext cx="7097965" cy="3193027"/>
          </a:xfrm>
        </p:spPr>
      </p:pic>
      <p:pic>
        <p:nvPicPr>
          <p:cNvPr id="8" name="Picture 7">
            <a:extLst>
              <a:ext uri="{FF2B5EF4-FFF2-40B4-BE49-F238E27FC236}">
                <a16:creationId xmlns:a16="http://schemas.microsoft.com/office/drawing/2014/main" id="{58359836-7259-EA0F-8384-B6E08E23879A}"/>
              </a:ext>
            </a:extLst>
          </p:cNvPr>
          <p:cNvPicPr>
            <a:picLocks noChangeAspect="1"/>
          </p:cNvPicPr>
          <p:nvPr/>
        </p:nvPicPr>
        <p:blipFill>
          <a:blip r:embed="rId3"/>
          <a:stretch>
            <a:fillRect/>
          </a:stretch>
        </p:blipFill>
        <p:spPr>
          <a:xfrm>
            <a:off x="8598901" y="1822695"/>
            <a:ext cx="1872297" cy="1563025"/>
          </a:xfrm>
          <a:prstGeom prst="rect">
            <a:avLst/>
          </a:prstGeom>
        </p:spPr>
      </p:pic>
      <p:pic>
        <p:nvPicPr>
          <p:cNvPr id="9" name="Picture 8">
            <a:extLst>
              <a:ext uri="{FF2B5EF4-FFF2-40B4-BE49-F238E27FC236}">
                <a16:creationId xmlns:a16="http://schemas.microsoft.com/office/drawing/2014/main" id="{BC768379-066A-5933-A344-650D3E8E7D9C}"/>
              </a:ext>
            </a:extLst>
          </p:cNvPr>
          <p:cNvPicPr>
            <a:picLocks noChangeAspect="1"/>
          </p:cNvPicPr>
          <p:nvPr/>
        </p:nvPicPr>
        <p:blipFill>
          <a:blip r:embed="rId4"/>
          <a:stretch>
            <a:fillRect/>
          </a:stretch>
        </p:blipFill>
        <p:spPr>
          <a:xfrm>
            <a:off x="8694468" y="3517728"/>
            <a:ext cx="1552468" cy="1375845"/>
          </a:xfrm>
          <a:prstGeom prst="rect">
            <a:avLst/>
          </a:prstGeom>
        </p:spPr>
      </p:pic>
      <p:pic>
        <p:nvPicPr>
          <p:cNvPr id="10" name="Picture 9">
            <a:extLst>
              <a:ext uri="{FF2B5EF4-FFF2-40B4-BE49-F238E27FC236}">
                <a16:creationId xmlns:a16="http://schemas.microsoft.com/office/drawing/2014/main" id="{9A045599-6014-F460-58D6-E9FC6DB47880}"/>
              </a:ext>
            </a:extLst>
          </p:cNvPr>
          <p:cNvPicPr>
            <a:picLocks noChangeAspect="1"/>
          </p:cNvPicPr>
          <p:nvPr/>
        </p:nvPicPr>
        <p:blipFill>
          <a:blip r:embed="rId5"/>
          <a:stretch>
            <a:fillRect/>
          </a:stretch>
        </p:blipFill>
        <p:spPr>
          <a:xfrm>
            <a:off x="8694468" y="5147730"/>
            <a:ext cx="2371434" cy="1325562"/>
          </a:xfrm>
          <a:prstGeom prst="rect">
            <a:avLst/>
          </a:prstGeom>
        </p:spPr>
      </p:pic>
      <p:sp>
        <p:nvSpPr>
          <p:cNvPr id="4" name="Rectangle 3">
            <a:extLst>
              <a:ext uri="{FF2B5EF4-FFF2-40B4-BE49-F238E27FC236}">
                <a16:creationId xmlns:a16="http://schemas.microsoft.com/office/drawing/2014/main" id="{D16E2062-C947-BE93-C44F-0741364A5BD2}"/>
              </a:ext>
            </a:extLst>
          </p:cNvPr>
          <p:cNvSpPr/>
          <p:nvPr/>
        </p:nvSpPr>
        <p:spPr>
          <a:xfrm>
            <a:off x="9740348" y="0"/>
            <a:ext cx="2365513" cy="59634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0509938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8821A-6EF8-9C33-C434-4FE596C37493}"/>
              </a:ext>
            </a:extLst>
          </p:cNvPr>
          <p:cNvSpPr>
            <a:spLocks noGrp="1"/>
          </p:cNvSpPr>
          <p:nvPr>
            <p:ph type="title"/>
          </p:nvPr>
        </p:nvSpPr>
        <p:spPr>
          <a:xfrm>
            <a:off x="838200" y="365125"/>
            <a:ext cx="8425070" cy="1325563"/>
          </a:xfrm>
        </p:spPr>
        <p:txBody>
          <a:bodyPr>
            <a:normAutofit fontScale="90000"/>
          </a:bodyPr>
          <a:lstStyle/>
          <a:p>
            <a:r>
              <a:rPr lang="en-IN" b="0" i="0" dirty="0">
                <a:solidFill>
                  <a:srgbClr val="111111"/>
                </a:solidFill>
                <a:effectLst/>
                <a:latin typeface="Cabin-semi-bold"/>
              </a:rPr>
              <a:t>Correlation Coefficients: Positive, Negative, and Zero</a:t>
            </a:r>
            <a:br>
              <a:rPr lang="en-IN" b="0" i="0" dirty="0">
                <a:solidFill>
                  <a:srgbClr val="111111"/>
                </a:solidFill>
                <a:effectLst/>
                <a:latin typeface="Cabin-semi-bold"/>
              </a:rPr>
            </a:br>
            <a:endParaRPr lang="en-IN" dirty="0"/>
          </a:p>
        </p:txBody>
      </p:sp>
      <p:sp>
        <p:nvSpPr>
          <p:cNvPr id="3" name="Content Placeholder 2">
            <a:extLst>
              <a:ext uri="{FF2B5EF4-FFF2-40B4-BE49-F238E27FC236}">
                <a16:creationId xmlns:a16="http://schemas.microsoft.com/office/drawing/2014/main" id="{2E16B598-41B2-C2F5-468D-D71C94C8EFC1}"/>
              </a:ext>
            </a:extLst>
          </p:cNvPr>
          <p:cNvSpPr>
            <a:spLocks noGrp="1"/>
          </p:cNvSpPr>
          <p:nvPr>
            <p:ph idx="1"/>
          </p:nvPr>
        </p:nvSpPr>
        <p:spPr/>
        <p:txBody>
          <a:bodyPr/>
          <a:lstStyle/>
          <a:p>
            <a:pPr>
              <a:buFont typeface="Wingdings" panose="05000000000000000000" pitchFamily="2" charset="2"/>
              <a:buChar char="ü"/>
            </a:pPr>
            <a:r>
              <a:rPr lang="en-IN" sz="1800" kern="100" spc="5" dirty="0">
                <a:solidFill>
                  <a:srgbClr val="111111"/>
                </a:solidFill>
                <a:effectLst/>
                <a:latin typeface="Arial" panose="020B0604020202020204" pitchFamily="34" charset="0"/>
                <a:ea typeface="Calibri" panose="020F0502020204030204" pitchFamily="34" charset="0"/>
                <a:cs typeface="Times New Roman" panose="02020603050405020304" pitchFamily="18" charset="0"/>
              </a:rPr>
              <a:t>The </a:t>
            </a:r>
            <a:r>
              <a:rPr lang="en-IN" sz="1800" kern="100" spc="5"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correlation</a:t>
            </a:r>
            <a:r>
              <a:rPr lang="en-IN" sz="1800" kern="100" spc="5" dirty="0">
                <a:solidFill>
                  <a:srgbClr val="111111"/>
                </a:solidFill>
                <a:effectLst/>
                <a:latin typeface="Arial" panose="020B0604020202020204" pitchFamily="34" charset="0"/>
                <a:ea typeface="Calibri" panose="020F0502020204030204" pitchFamily="34" charset="0"/>
                <a:cs typeface="Times New Roman" panose="02020603050405020304" pitchFamily="18" charset="0"/>
              </a:rPr>
              <a:t> coefficient is a statistical measure of the strength of a </a:t>
            </a:r>
            <a:r>
              <a:rPr lang="en-IN" sz="1800" kern="100" spc="5"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linear relationship</a:t>
            </a:r>
            <a:r>
              <a:rPr lang="en-IN" sz="1800" kern="100" spc="5" dirty="0">
                <a:solidFill>
                  <a:srgbClr val="111111"/>
                </a:solidFill>
                <a:effectLst/>
                <a:latin typeface="Arial" panose="020B0604020202020204" pitchFamily="34" charset="0"/>
                <a:ea typeface="Calibri" panose="020F0502020204030204" pitchFamily="34" charset="0"/>
                <a:cs typeface="Times New Roman" panose="02020603050405020304" pitchFamily="18" charset="0"/>
              </a:rPr>
              <a:t> between two variables.</a:t>
            </a:r>
          </a:p>
          <a:p>
            <a:pPr>
              <a:buFont typeface="Wingdings" panose="05000000000000000000" pitchFamily="2" charset="2"/>
              <a:buChar char="ü"/>
            </a:pPr>
            <a:r>
              <a:rPr lang="en-IN" sz="1800" kern="100" spc="5" dirty="0">
                <a:solidFill>
                  <a:srgbClr val="111111"/>
                </a:solidFill>
                <a:effectLst/>
                <a:latin typeface="Arial" panose="020B0604020202020204" pitchFamily="34" charset="0"/>
                <a:ea typeface="Calibri" panose="020F0502020204030204" pitchFamily="34" charset="0"/>
                <a:cs typeface="Times New Roman" panose="02020603050405020304" pitchFamily="18" charset="0"/>
              </a:rPr>
              <a:t>Its values can range from -1 to 1. A correlation coefficient of -1 describes a perfect </a:t>
            </a:r>
            <a:r>
              <a:rPr lang="en-IN" sz="1800" kern="100" spc="5"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negative</a:t>
            </a:r>
            <a:r>
              <a:rPr lang="en-IN" sz="1800" kern="100" spc="5" dirty="0">
                <a:solidFill>
                  <a:srgbClr val="111111"/>
                </a:solidFill>
                <a:effectLst/>
                <a:latin typeface="Arial" panose="020B0604020202020204" pitchFamily="34" charset="0"/>
                <a:ea typeface="Calibri" panose="020F0502020204030204" pitchFamily="34" charset="0"/>
                <a:cs typeface="Times New Roman" panose="02020603050405020304" pitchFamily="18" charset="0"/>
              </a:rPr>
              <a:t>, or </a:t>
            </a:r>
            <a:r>
              <a:rPr lang="en-IN" sz="1800" kern="100" spc="5"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inverse,</a:t>
            </a:r>
            <a:r>
              <a:rPr lang="en-IN" sz="1800" kern="100" spc="5" dirty="0">
                <a:solidFill>
                  <a:srgbClr val="111111"/>
                </a:solidFill>
                <a:effectLst/>
                <a:latin typeface="Arial" panose="020B0604020202020204" pitchFamily="34" charset="0"/>
                <a:ea typeface="Calibri" panose="020F0502020204030204" pitchFamily="34" charset="0"/>
                <a:cs typeface="Times New Roman" panose="02020603050405020304" pitchFamily="18" charset="0"/>
              </a:rPr>
              <a:t> correlation, with values in one series rising as those in the other decline, and vice versa. </a:t>
            </a:r>
          </a:p>
          <a:p>
            <a:pPr>
              <a:buFont typeface="Wingdings" panose="05000000000000000000" pitchFamily="2" charset="2"/>
              <a:buChar char="ü"/>
            </a:pPr>
            <a:r>
              <a:rPr lang="en-IN" sz="1800" kern="100" spc="5" dirty="0">
                <a:solidFill>
                  <a:srgbClr val="111111"/>
                </a:solidFill>
                <a:effectLst/>
                <a:latin typeface="Arial" panose="020B0604020202020204" pitchFamily="34" charset="0"/>
                <a:ea typeface="Calibri" panose="020F0502020204030204" pitchFamily="34" charset="0"/>
                <a:cs typeface="Times New Roman" panose="02020603050405020304" pitchFamily="18" charset="0"/>
              </a:rPr>
              <a:t>A coefficient of 1 shows a perfect </a:t>
            </a:r>
            <a:r>
              <a:rPr lang="en-IN" sz="1800" kern="100" spc="5"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positive correlation</a:t>
            </a:r>
            <a:r>
              <a:rPr lang="en-IN" sz="1800" kern="100" spc="5" dirty="0">
                <a:solidFill>
                  <a:srgbClr val="111111"/>
                </a:solidFill>
                <a:effectLst/>
                <a:latin typeface="Arial" panose="020B0604020202020204" pitchFamily="34" charset="0"/>
                <a:ea typeface="Calibri" panose="020F0502020204030204" pitchFamily="34" charset="0"/>
                <a:cs typeface="Times New Roman" panose="02020603050405020304" pitchFamily="18" charset="0"/>
              </a:rPr>
              <a:t>, or a direct relationship. </a:t>
            </a:r>
          </a:p>
          <a:p>
            <a:pPr>
              <a:buFont typeface="Wingdings" panose="05000000000000000000" pitchFamily="2" charset="2"/>
              <a:buChar char="ü"/>
            </a:pPr>
            <a:r>
              <a:rPr lang="en-IN" sz="1800" kern="100" spc="5" dirty="0">
                <a:solidFill>
                  <a:srgbClr val="111111"/>
                </a:solidFill>
                <a:effectLst/>
                <a:latin typeface="Arial" panose="020B0604020202020204" pitchFamily="34" charset="0"/>
                <a:ea typeface="Calibri" panose="020F0502020204030204" pitchFamily="34" charset="0"/>
                <a:cs typeface="Times New Roman" panose="02020603050405020304" pitchFamily="18" charset="0"/>
              </a:rPr>
              <a:t>A correlation coefficient of 0 means there is no linear relationship.</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dirty="0"/>
          </a:p>
        </p:txBody>
      </p:sp>
      <p:sp>
        <p:nvSpPr>
          <p:cNvPr id="5" name="Rectangle 4">
            <a:extLst>
              <a:ext uri="{FF2B5EF4-FFF2-40B4-BE49-F238E27FC236}">
                <a16:creationId xmlns:a16="http://schemas.microsoft.com/office/drawing/2014/main" id="{B7CF9FE4-8C35-DAB5-746D-5CC74B4FCD24}"/>
              </a:ext>
            </a:extLst>
          </p:cNvPr>
          <p:cNvSpPr/>
          <p:nvPr/>
        </p:nvSpPr>
        <p:spPr>
          <a:xfrm>
            <a:off x="9740348" y="0"/>
            <a:ext cx="2365513" cy="59634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9651169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A95836B-C32A-1143-7195-6B9FE0E38D65}"/>
              </a:ext>
            </a:extLst>
          </p:cNvPr>
          <p:cNvPicPr>
            <a:picLocks noGrp="1" noChangeAspect="1"/>
          </p:cNvPicPr>
          <p:nvPr>
            <p:ph idx="1"/>
          </p:nvPr>
        </p:nvPicPr>
        <p:blipFill>
          <a:blip r:embed="rId2"/>
          <a:stretch>
            <a:fillRect/>
          </a:stretch>
        </p:blipFill>
        <p:spPr>
          <a:xfrm>
            <a:off x="736730" y="1613647"/>
            <a:ext cx="8121759" cy="3618383"/>
          </a:xfrm>
        </p:spPr>
      </p:pic>
      <p:sp>
        <p:nvSpPr>
          <p:cNvPr id="3" name="Rectangle 2">
            <a:extLst>
              <a:ext uri="{FF2B5EF4-FFF2-40B4-BE49-F238E27FC236}">
                <a16:creationId xmlns:a16="http://schemas.microsoft.com/office/drawing/2014/main" id="{45248A09-CCF0-F2F4-7988-571E509B9CC4}"/>
              </a:ext>
            </a:extLst>
          </p:cNvPr>
          <p:cNvSpPr/>
          <p:nvPr/>
        </p:nvSpPr>
        <p:spPr>
          <a:xfrm>
            <a:off x="9740348" y="0"/>
            <a:ext cx="2365513" cy="59634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1697253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12B72FD-57B2-B5FA-13B9-06414C7C3CAC}"/>
              </a:ext>
            </a:extLst>
          </p:cNvPr>
          <p:cNvPicPr>
            <a:picLocks noGrp="1" noChangeAspect="1"/>
          </p:cNvPicPr>
          <p:nvPr>
            <p:ph idx="1"/>
          </p:nvPr>
        </p:nvPicPr>
        <p:blipFill>
          <a:blip r:embed="rId2"/>
          <a:stretch>
            <a:fillRect/>
          </a:stretch>
        </p:blipFill>
        <p:spPr>
          <a:xfrm>
            <a:off x="1588208" y="1335741"/>
            <a:ext cx="8801886" cy="4643718"/>
          </a:xfrm>
        </p:spPr>
      </p:pic>
      <p:sp>
        <p:nvSpPr>
          <p:cNvPr id="3" name="Rectangle 2">
            <a:extLst>
              <a:ext uri="{FF2B5EF4-FFF2-40B4-BE49-F238E27FC236}">
                <a16:creationId xmlns:a16="http://schemas.microsoft.com/office/drawing/2014/main" id="{C72AA7F8-0DE6-0A52-80BA-40E2914AA7FE}"/>
              </a:ext>
            </a:extLst>
          </p:cNvPr>
          <p:cNvSpPr/>
          <p:nvPr/>
        </p:nvSpPr>
        <p:spPr>
          <a:xfrm>
            <a:off x="9740348" y="0"/>
            <a:ext cx="2365513" cy="59634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6376975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DD33F-2B80-8A22-613C-32F83FDA887B}"/>
              </a:ext>
            </a:extLst>
          </p:cNvPr>
          <p:cNvSpPr>
            <a:spLocks noGrp="1"/>
          </p:cNvSpPr>
          <p:nvPr>
            <p:ph type="title"/>
          </p:nvPr>
        </p:nvSpPr>
        <p:spPr>
          <a:xfrm>
            <a:off x="797859" y="320302"/>
            <a:ext cx="10515600" cy="1325563"/>
          </a:xfrm>
        </p:spPr>
        <p:txBody>
          <a:bodyPr/>
          <a:lstStyle/>
          <a:p>
            <a:r>
              <a:rPr lang="en-IN" sz="3600" b="1" spc="5" dirty="0">
                <a:solidFill>
                  <a:srgbClr val="111111"/>
                </a:solidFill>
                <a:effectLst/>
                <a:latin typeface="Arial" panose="020B0604020202020204" pitchFamily="34" charset="0"/>
                <a:ea typeface="Times New Roman" panose="02020603050405020304" pitchFamily="18" charset="0"/>
              </a:rPr>
              <a:t>Correlation Coefficient Equation</a:t>
            </a:r>
            <a:endParaRPr lang="en-IN" dirty="0"/>
          </a:p>
        </p:txBody>
      </p:sp>
      <p:sp>
        <p:nvSpPr>
          <p:cNvPr id="3" name="Content Placeholder 2">
            <a:extLst>
              <a:ext uri="{FF2B5EF4-FFF2-40B4-BE49-F238E27FC236}">
                <a16:creationId xmlns:a16="http://schemas.microsoft.com/office/drawing/2014/main" id="{7FAA4010-BD72-F2FA-D5BA-B41CAC2305BE}"/>
              </a:ext>
            </a:extLst>
          </p:cNvPr>
          <p:cNvSpPr>
            <a:spLocks noGrp="1"/>
          </p:cNvSpPr>
          <p:nvPr>
            <p:ph idx="1"/>
          </p:nvPr>
        </p:nvSpPr>
        <p:spPr/>
        <p:txBody>
          <a:bodyPr/>
          <a:lstStyle/>
          <a:p>
            <a:pPr marL="0" indent="0">
              <a:buNone/>
            </a:pPr>
            <a:r>
              <a:rPr lang="en-IN" sz="1800" kern="100" spc="5" dirty="0">
                <a:solidFill>
                  <a:srgbClr val="111111"/>
                </a:solidFill>
                <a:effectLst/>
                <a:latin typeface="Arial" panose="020B0604020202020204" pitchFamily="34" charset="0"/>
                <a:ea typeface="Calibri" panose="020F0502020204030204" pitchFamily="34" charset="0"/>
                <a:cs typeface="Times New Roman" panose="02020603050405020304" pitchFamily="18" charset="0"/>
              </a:rPr>
              <a:t>To calculate the Pearson correlation, start by determining each variable's </a:t>
            </a:r>
            <a:r>
              <a:rPr lang="en-IN" sz="1800" kern="100" spc="5"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standard deviation</a:t>
            </a:r>
            <a:r>
              <a:rPr lang="en-IN" sz="1800" kern="100" spc="5" dirty="0">
                <a:solidFill>
                  <a:srgbClr val="111111"/>
                </a:solidFill>
                <a:effectLst/>
                <a:latin typeface="Arial" panose="020B0604020202020204" pitchFamily="34" charset="0"/>
                <a:ea typeface="Calibri" panose="020F0502020204030204" pitchFamily="34" charset="0"/>
                <a:cs typeface="Times New Roman" panose="02020603050405020304" pitchFamily="18" charset="0"/>
              </a:rPr>
              <a:t> as well as the </a:t>
            </a:r>
            <a:r>
              <a:rPr lang="en-IN" sz="1800" kern="100" spc="5"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covariance</a:t>
            </a:r>
            <a:r>
              <a:rPr lang="en-IN" sz="1800" kern="100" spc="5" dirty="0">
                <a:solidFill>
                  <a:srgbClr val="111111"/>
                </a:solidFill>
                <a:effectLst/>
                <a:latin typeface="Arial" panose="020B0604020202020204" pitchFamily="34" charset="0"/>
                <a:ea typeface="Calibri" panose="020F0502020204030204" pitchFamily="34" charset="0"/>
                <a:cs typeface="Times New Roman" panose="02020603050405020304" pitchFamily="18" charset="0"/>
              </a:rPr>
              <a:t> between them. The correlation coefficient is covariance divided by the product of the two variables' standard deviations.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dirty="0"/>
          </a:p>
        </p:txBody>
      </p:sp>
      <p:pic>
        <p:nvPicPr>
          <p:cNvPr id="5" name="Picture 4">
            <a:extLst>
              <a:ext uri="{FF2B5EF4-FFF2-40B4-BE49-F238E27FC236}">
                <a16:creationId xmlns:a16="http://schemas.microsoft.com/office/drawing/2014/main" id="{5287888B-7773-77D2-EEFF-9CC987E4E615}"/>
              </a:ext>
            </a:extLst>
          </p:cNvPr>
          <p:cNvPicPr>
            <a:picLocks noChangeAspect="1"/>
          </p:cNvPicPr>
          <p:nvPr/>
        </p:nvPicPr>
        <p:blipFill>
          <a:blip r:embed="rId2"/>
          <a:stretch>
            <a:fillRect/>
          </a:stretch>
        </p:blipFill>
        <p:spPr>
          <a:xfrm>
            <a:off x="3222137" y="3042068"/>
            <a:ext cx="5227773" cy="2423370"/>
          </a:xfrm>
          <a:prstGeom prst="rect">
            <a:avLst/>
          </a:prstGeom>
        </p:spPr>
      </p:pic>
      <p:sp>
        <p:nvSpPr>
          <p:cNvPr id="6" name="Rectangle 5">
            <a:extLst>
              <a:ext uri="{FF2B5EF4-FFF2-40B4-BE49-F238E27FC236}">
                <a16:creationId xmlns:a16="http://schemas.microsoft.com/office/drawing/2014/main" id="{54DE022D-DE84-8B0F-F5B3-567644D8A086}"/>
              </a:ext>
            </a:extLst>
          </p:cNvPr>
          <p:cNvSpPr/>
          <p:nvPr/>
        </p:nvSpPr>
        <p:spPr>
          <a:xfrm>
            <a:off x="9740348" y="0"/>
            <a:ext cx="2365513" cy="59634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6252309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197E3-B780-E450-BB2C-7F8113E76E34}"/>
              </a:ext>
            </a:extLst>
          </p:cNvPr>
          <p:cNvSpPr>
            <a:spLocks noGrp="1"/>
          </p:cNvSpPr>
          <p:nvPr>
            <p:ph type="title"/>
          </p:nvPr>
        </p:nvSpPr>
        <p:spPr/>
        <p:txBody>
          <a:bodyPr/>
          <a:lstStyle/>
          <a:p>
            <a:r>
              <a:rPr lang="en-IN" sz="4400" b="1" spc="5" dirty="0">
                <a:solidFill>
                  <a:srgbClr val="111111"/>
                </a:solidFill>
                <a:effectLst/>
                <a:latin typeface="Arial" panose="020B0604020202020204" pitchFamily="34" charset="0"/>
                <a:ea typeface="Times New Roman" panose="02020603050405020304" pitchFamily="18" charset="0"/>
              </a:rPr>
              <a:t>Correlation Coefficient Equation</a:t>
            </a:r>
            <a:endParaRPr lang="en-IN" dirty="0"/>
          </a:p>
        </p:txBody>
      </p:sp>
      <p:sp>
        <p:nvSpPr>
          <p:cNvPr id="3" name="Content Placeholder 2">
            <a:extLst>
              <a:ext uri="{FF2B5EF4-FFF2-40B4-BE49-F238E27FC236}">
                <a16:creationId xmlns:a16="http://schemas.microsoft.com/office/drawing/2014/main" id="{CCDAE5C9-E742-A038-3C6E-726639AA51A6}"/>
              </a:ext>
            </a:extLst>
          </p:cNvPr>
          <p:cNvSpPr>
            <a:spLocks noGrp="1"/>
          </p:cNvSpPr>
          <p:nvPr>
            <p:ph idx="1"/>
          </p:nvPr>
        </p:nvSpPr>
        <p:spPr/>
        <p:txBody>
          <a:bodyPr/>
          <a:lstStyle/>
          <a:p>
            <a:r>
              <a:rPr lang="en-IN" sz="1800" spc="5" dirty="0">
                <a:solidFill>
                  <a:srgbClr val="111111"/>
                </a:solidFill>
                <a:effectLst/>
                <a:latin typeface="Arial" panose="020B0604020202020204" pitchFamily="34" charset="0"/>
                <a:ea typeface="Times New Roman" panose="02020603050405020304" pitchFamily="18" charset="0"/>
              </a:rPr>
              <a:t>Standard deviation is a measure of the dispersion of data from its average. Covariance shows whether the two variables tend to move in the same direction, while the correlation coefficient measures the strength of that relationship on a normalized scale, from -1 to 1.</a:t>
            </a:r>
            <a:endParaRPr lang="en-IN" sz="1800" dirty="0">
              <a:effectLst/>
              <a:latin typeface="Times New Roman" panose="02020603050405020304" pitchFamily="18" charset="0"/>
              <a:ea typeface="Times New Roman" panose="02020603050405020304" pitchFamily="18" charset="0"/>
            </a:endParaRPr>
          </a:p>
          <a:p>
            <a:pPr algn="l"/>
            <a:r>
              <a:rPr lang="en-IN" sz="1800" spc="5" dirty="0">
                <a:solidFill>
                  <a:srgbClr val="111111"/>
                </a:solidFill>
                <a:effectLst/>
                <a:latin typeface="Arial" panose="020B0604020202020204" pitchFamily="34" charset="0"/>
                <a:ea typeface="Times New Roman" panose="02020603050405020304" pitchFamily="18" charset="0"/>
              </a:rPr>
              <a:t>The formula above can be elaborated as</a:t>
            </a:r>
          </a:p>
          <a:p>
            <a:pPr marL="0" indent="0" algn="l">
              <a:buNone/>
            </a:pPr>
            <a:endParaRPr lang="en-IN" sz="1800" dirty="0">
              <a:effectLst/>
              <a:latin typeface="Times New Roman" panose="02020603050405020304" pitchFamily="18" charset="0"/>
              <a:ea typeface="Times New Roman" panose="02020603050405020304" pitchFamily="18" charset="0"/>
            </a:endParaRPr>
          </a:p>
          <a:p>
            <a:pPr marL="0" indent="0">
              <a:buNone/>
            </a:pPr>
            <a:r>
              <a:rPr lang="en-IN" dirty="0"/>
              <a:t> </a:t>
            </a:r>
          </a:p>
        </p:txBody>
      </p:sp>
      <p:pic>
        <p:nvPicPr>
          <p:cNvPr id="5" name="Picture 4">
            <a:extLst>
              <a:ext uri="{FF2B5EF4-FFF2-40B4-BE49-F238E27FC236}">
                <a16:creationId xmlns:a16="http://schemas.microsoft.com/office/drawing/2014/main" id="{0767911B-0B17-EF44-6F31-063C6A9902D7}"/>
              </a:ext>
            </a:extLst>
          </p:cNvPr>
          <p:cNvPicPr>
            <a:picLocks noChangeAspect="1"/>
          </p:cNvPicPr>
          <p:nvPr/>
        </p:nvPicPr>
        <p:blipFill>
          <a:blip r:embed="rId2"/>
          <a:stretch>
            <a:fillRect/>
          </a:stretch>
        </p:blipFill>
        <p:spPr>
          <a:xfrm>
            <a:off x="2639848" y="3302514"/>
            <a:ext cx="5944115" cy="1920406"/>
          </a:xfrm>
          <a:prstGeom prst="rect">
            <a:avLst/>
          </a:prstGeom>
        </p:spPr>
      </p:pic>
      <p:sp>
        <p:nvSpPr>
          <p:cNvPr id="6" name="Rectangle 5">
            <a:extLst>
              <a:ext uri="{FF2B5EF4-FFF2-40B4-BE49-F238E27FC236}">
                <a16:creationId xmlns:a16="http://schemas.microsoft.com/office/drawing/2014/main" id="{7A579BE8-7188-44A9-DFB9-90874A7D46EF}"/>
              </a:ext>
            </a:extLst>
          </p:cNvPr>
          <p:cNvSpPr/>
          <p:nvPr/>
        </p:nvSpPr>
        <p:spPr>
          <a:xfrm>
            <a:off x="9740348" y="0"/>
            <a:ext cx="2365513" cy="59634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5267673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08B20-8E01-08AA-9E21-56645DE87477}"/>
              </a:ext>
            </a:extLst>
          </p:cNvPr>
          <p:cNvSpPr>
            <a:spLocks noGrp="1"/>
          </p:cNvSpPr>
          <p:nvPr>
            <p:ph type="title"/>
          </p:nvPr>
        </p:nvSpPr>
        <p:spPr/>
        <p:txBody>
          <a:bodyPr/>
          <a:lstStyle/>
          <a:p>
            <a:r>
              <a:rPr lang="en-IN" dirty="0"/>
              <a:t>Example 1</a:t>
            </a:r>
          </a:p>
        </p:txBody>
      </p:sp>
      <p:pic>
        <p:nvPicPr>
          <p:cNvPr id="5" name="Content Placeholder 4">
            <a:extLst>
              <a:ext uri="{FF2B5EF4-FFF2-40B4-BE49-F238E27FC236}">
                <a16:creationId xmlns:a16="http://schemas.microsoft.com/office/drawing/2014/main" id="{C012D5D1-369A-D155-C721-8768CCDDFEBF}"/>
              </a:ext>
            </a:extLst>
          </p:cNvPr>
          <p:cNvPicPr>
            <a:picLocks noGrp="1" noChangeAspect="1"/>
          </p:cNvPicPr>
          <p:nvPr>
            <p:ph idx="1"/>
          </p:nvPr>
        </p:nvPicPr>
        <p:blipFill>
          <a:blip r:embed="rId2"/>
          <a:stretch>
            <a:fillRect/>
          </a:stretch>
        </p:blipFill>
        <p:spPr>
          <a:xfrm>
            <a:off x="838200" y="1789766"/>
            <a:ext cx="6620435" cy="4351338"/>
          </a:xfrm>
        </p:spPr>
      </p:pic>
      <p:pic>
        <p:nvPicPr>
          <p:cNvPr id="7" name="Picture 6">
            <a:extLst>
              <a:ext uri="{FF2B5EF4-FFF2-40B4-BE49-F238E27FC236}">
                <a16:creationId xmlns:a16="http://schemas.microsoft.com/office/drawing/2014/main" id="{A065C5EE-828B-EE69-0F8A-3C1708884B8C}"/>
              </a:ext>
            </a:extLst>
          </p:cNvPr>
          <p:cNvPicPr>
            <a:picLocks noChangeAspect="1"/>
          </p:cNvPicPr>
          <p:nvPr/>
        </p:nvPicPr>
        <p:blipFill>
          <a:blip r:embed="rId3"/>
          <a:stretch>
            <a:fillRect/>
          </a:stretch>
        </p:blipFill>
        <p:spPr>
          <a:xfrm>
            <a:off x="7734829" y="1891552"/>
            <a:ext cx="2834559" cy="4249551"/>
          </a:xfrm>
          <a:prstGeom prst="rect">
            <a:avLst/>
          </a:prstGeom>
        </p:spPr>
      </p:pic>
      <p:sp>
        <p:nvSpPr>
          <p:cNvPr id="4" name="Rectangle 3">
            <a:extLst>
              <a:ext uri="{FF2B5EF4-FFF2-40B4-BE49-F238E27FC236}">
                <a16:creationId xmlns:a16="http://schemas.microsoft.com/office/drawing/2014/main" id="{BD0B23AD-AA82-C014-98FD-C904A163C71F}"/>
              </a:ext>
            </a:extLst>
          </p:cNvPr>
          <p:cNvSpPr/>
          <p:nvPr/>
        </p:nvSpPr>
        <p:spPr>
          <a:xfrm>
            <a:off x="9740348" y="0"/>
            <a:ext cx="2365513" cy="59634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6932496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70FE1-33C3-DA1B-37C5-74995892AAB5}"/>
              </a:ext>
            </a:extLst>
          </p:cNvPr>
          <p:cNvSpPr>
            <a:spLocks noGrp="1"/>
          </p:cNvSpPr>
          <p:nvPr>
            <p:ph type="title"/>
          </p:nvPr>
        </p:nvSpPr>
        <p:spPr/>
        <p:txBody>
          <a:bodyPr/>
          <a:lstStyle/>
          <a:p>
            <a:r>
              <a:rPr lang="en-IN" dirty="0"/>
              <a:t>Example 2</a:t>
            </a:r>
          </a:p>
        </p:txBody>
      </p:sp>
      <p:pic>
        <p:nvPicPr>
          <p:cNvPr id="5" name="Content Placeholder 4">
            <a:extLst>
              <a:ext uri="{FF2B5EF4-FFF2-40B4-BE49-F238E27FC236}">
                <a16:creationId xmlns:a16="http://schemas.microsoft.com/office/drawing/2014/main" id="{0DE4A5B1-F716-32D8-7AE5-B14B987E423B}"/>
              </a:ext>
            </a:extLst>
          </p:cNvPr>
          <p:cNvPicPr>
            <a:picLocks noGrp="1" noChangeAspect="1"/>
          </p:cNvPicPr>
          <p:nvPr>
            <p:ph idx="1"/>
          </p:nvPr>
        </p:nvPicPr>
        <p:blipFill>
          <a:blip r:embed="rId2"/>
          <a:stretch>
            <a:fillRect/>
          </a:stretch>
        </p:blipFill>
        <p:spPr>
          <a:xfrm>
            <a:off x="3612776" y="1690687"/>
            <a:ext cx="5118848" cy="5050771"/>
          </a:xfrm>
        </p:spPr>
      </p:pic>
      <p:sp>
        <p:nvSpPr>
          <p:cNvPr id="4" name="Rectangle 3">
            <a:extLst>
              <a:ext uri="{FF2B5EF4-FFF2-40B4-BE49-F238E27FC236}">
                <a16:creationId xmlns:a16="http://schemas.microsoft.com/office/drawing/2014/main" id="{6289CB09-9408-F1B1-A402-B0F9266C85BE}"/>
              </a:ext>
            </a:extLst>
          </p:cNvPr>
          <p:cNvSpPr/>
          <p:nvPr/>
        </p:nvSpPr>
        <p:spPr>
          <a:xfrm>
            <a:off x="9740348" y="0"/>
            <a:ext cx="2365513" cy="59634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0792815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159</TotalTime>
  <Words>403</Words>
  <Application>Microsoft Office PowerPoint</Application>
  <PresentationFormat>Widescreen</PresentationFormat>
  <Paragraphs>31</Paragraphs>
  <Slides>24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Cabin-semi-bold</vt:lpstr>
      <vt:lpstr>Calibri</vt:lpstr>
      <vt:lpstr>Calibri Light</vt:lpstr>
      <vt:lpstr>Times New Roman</vt:lpstr>
      <vt:lpstr>Wingdings</vt:lpstr>
      <vt:lpstr>Office Theme</vt:lpstr>
      <vt:lpstr>Variance &amp; Standard Deviation</vt:lpstr>
      <vt:lpstr>What Is Variance?</vt:lpstr>
      <vt:lpstr>What Is Variance?</vt:lpstr>
      <vt:lpstr>Understanding Variance</vt:lpstr>
      <vt:lpstr>Understanding Variance</vt:lpstr>
      <vt:lpstr>Advantages and Disadvantages of Variance </vt:lpstr>
      <vt:lpstr>Example</vt:lpstr>
      <vt:lpstr>Example</vt:lpstr>
      <vt:lpstr>Example</vt:lpstr>
      <vt:lpstr>Example</vt:lpstr>
      <vt:lpstr>Example</vt:lpstr>
      <vt:lpstr>Example</vt:lpstr>
      <vt:lpstr>PowerPoint Presentation</vt:lpstr>
      <vt:lpstr>PowerPoint Presentation</vt:lpstr>
      <vt:lpstr>PowerPoint Presentation</vt:lpstr>
      <vt:lpstr>PowerPoint Presentation</vt:lpstr>
      <vt:lpstr>Bi-variant</vt:lpstr>
      <vt:lpstr>Correlation Coefficients: Positive, Negative, and Zero </vt:lpstr>
      <vt:lpstr>PowerPoint Presentation</vt:lpstr>
      <vt:lpstr>PowerPoint Presentation</vt:lpstr>
      <vt:lpstr>Correlation Coefficient Equation</vt:lpstr>
      <vt:lpstr>Correlation Coefficient Equation</vt:lpstr>
      <vt:lpstr>Example 1</vt:lpstr>
      <vt:lpstr>Example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Sandeep Sappal</dc:creator>
  <cp:lastModifiedBy>Vikash Dhakad</cp:lastModifiedBy>
  <cp:revision>12</cp:revision>
  <dcterms:created xsi:type="dcterms:W3CDTF">2024-01-16T08:29:32Z</dcterms:created>
  <dcterms:modified xsi:type="dcterms:W3CDTF">2025-07-30T08:17:57Z</dcterms:modified>
</cp:coreProperties>
</file>